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 - LORD, DISMISS US IN THY CA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 - LORD, DISMISS US IN THY CA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 - LORD, DISMISS US IN THY CA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 - LORD, DISMISS US IN THY CA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 - LORD, DISMISS US IN THY CA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 - LORD, DISMISS US IN THY CA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5 - LORD, DISMISS US IN THY CA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