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1 - THE GATES SWING OUTWARD NEV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1 - THE GATES SWING OUTWARD NEV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1 - THE GATES SWING OUTWARD NEV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1 - THE GATES SWING OUTWARD NEV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1 - THE GATES SWING OUTWARD NEV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1 - THE GATES SWING OUTWARD NEV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1 - THE GATES SWING OUTWARD NEV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1 - THE GATES SWING OUTWARD NEVE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1 - THE GATES SWING OUTWARD NEVE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