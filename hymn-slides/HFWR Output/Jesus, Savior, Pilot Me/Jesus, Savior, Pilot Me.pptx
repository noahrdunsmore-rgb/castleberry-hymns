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9 - JESUS, SAVIOR, PILOT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9 - JESUS, SAVIOR, PILOT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9 - JESUS, SAVIOR, PILOT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9 - JESUS, SAVIOR, PILOT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9 - JESUS, SAVIOR, PILOT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9 - JESUS, SAVIOR, PILOT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9 - JESUS, SAVIOR, PILOT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9 - JESUS, SAVIOR, PILOT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9 - JESUS, SAVIOR, PILOT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9 - JESUS, SAVIOR, PILOT 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