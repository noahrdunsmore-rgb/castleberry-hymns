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9 - WHEN I SEE THE BLOO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9 - WHEN I SEE THE BLOO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9 - WHEN I SEE THE BLOO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9 - WHEN I SEE THE BLOO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9 - WHEN I SEE THE BLOO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9 - WHEN I SEE THE BLOO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9 - WHEN I SEE THE BLOO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9 - WHEN I SEE THE BLOOD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9 - WHEN I SEE THE BLOOD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9 - WHEN I SEE THE BLOOD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9 - WHEN I SEE THE BLOOD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