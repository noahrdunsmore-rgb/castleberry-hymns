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5 - I KNOW THE LORD WILL MAKE A W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5 - I KNOW THE LORD WILL MAKE A W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5 - I KNOW THE LORD WILL MAKE A W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5 - I KNOW THE LORD WILL MAKE A WA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5 - I KNOW THE LORD WILL MAKE A W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5 - I KNOW THE LORD WILL MAKE A W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5 - I KNOW THE LORD WILL MAKE A WA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5 - I KNOW THE LORD WILL MAKE A W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5 - I KNOW THE LORD WILL MAKE A W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5 - I KNOW THE LORD WILL MAKE A WA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