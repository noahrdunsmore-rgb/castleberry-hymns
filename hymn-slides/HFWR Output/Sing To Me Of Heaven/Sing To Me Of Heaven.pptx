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8 - SING TO ME OF HEAVEN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8 - SING TO ME OF HEAVEN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8 - SING TO ME OF HEAVEN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8 - SING TO ME OF HEAVEN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8 - SING TO ME OF HEAVEN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8 - SING TO ME OF HEAVEN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8 - SING TO ME OF HEAVEN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8 - SING TO ME OF HEAVEN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8 - SING TO ME OF HEAVEN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8 - SING TO ME OF HEAVEN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8 - SING TO ME OF HEAVEN - CHORUS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