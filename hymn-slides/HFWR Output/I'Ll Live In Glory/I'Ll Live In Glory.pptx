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62 - I'LL LIVE IN GLORY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62 - I'LL LIVE IN GLORY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62 - I'LL LIVE IN GLORY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62 - I'LL LIVE IN GLORY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62 - I'LL LIVE IN GLORY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62 - I'LL LIVE IN GLORY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62 - I'LL LIVE IN GLORY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62 - I'LL LIVE IN GLORY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62 - I'LL LIVE IN GLORY - VERSE 2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62 - I'LL LIVE IN GLORY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62 - I'LL LIVE IN GLORY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62 - I'LL LIVE IN GLORY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62 - I'LL LIVE IN GLORY - VERSE 3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62 - I'LL LIVE IN GLORY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62 - I'LL LIVE IN GLORY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62 - I'LL LIVE IN GLORY - CHORUS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62 - I'LL LIVE IN GLORY - CHORUS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