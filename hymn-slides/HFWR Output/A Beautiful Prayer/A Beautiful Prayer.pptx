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5 - A BEAUTIFUL PRAY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5 - A BEAUTIFUL PRAY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5 - A BEAUTIFUL PRAY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5 - A BEAUTIFUL PRAYE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5 - A BEAUTIFUL PRAY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5 - A BEAUTIFUL PRAY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5 - A BEAUTIFUL PRAYER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5 - A BEAUTIFUL PRAY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5 - A BEAUTIFUL PRAY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5 - A BEAUTIFUL PRAYER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5 - A BEAUTIFUL PRAYE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5 - A BEAUTIFUL PRAYE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5 - A BEAUTIFUL PRAYER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5 - A BEAUTIFUL PRAYER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5 - A BEAUTIFUL PRAYER - CHORUS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5 - A BEAUTIFUL PRAYER - CHORUS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