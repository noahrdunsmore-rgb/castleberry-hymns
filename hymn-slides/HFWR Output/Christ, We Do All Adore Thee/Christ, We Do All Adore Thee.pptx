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1 - CHRIST, WE DO ALL ADORE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1 - CHRIST, WE DO ALL ADORE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1 - CHRIST, WE DO ALL ADORE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1 - CHRIST, WE DO ALL ADORE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1 - CHRIST, WE DO ALL ADORE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1 - CHRIST, WE DO ALL ADORE THEE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