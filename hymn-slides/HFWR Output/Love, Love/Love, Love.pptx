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31 - LOVE, LOVE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31 - LOVE, LOVE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31 - LOVE, LOVE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31 - LOVE, LOVE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31 - LOVE, LOVE - VERSE 4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