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 - TO GOD BE THE GLOR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 - TO GOD BE THE GLOR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 - TO GOD BE THE GLOR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 - TO GOD BE THE GLOR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 - TO GOD BE THE GLOR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 - TO GOD BE THE GLOR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 - TO GOD BE THE GLOR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 - TO GOD BE THE GLOR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 - TO GOD BE THE GLOR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 - TO GOD BE THE GLOR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 - TO GOD BE THE GLOR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 - TO GOD BE THE GLOR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 - TO GOD BE THE GLOR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 - TO GOD BE THE GLOR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 - TO GOD BE THE GLOR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 - TO GOD BE THE GLOR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 - TO GOD BE THE GLORY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