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5 - PSALM 119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5 - PSALM 119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5 - PSALM 119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5 - PSALM 119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5 - PSALM 119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5 - PSALM 119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5 - PSALM 119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5 - PSALM 119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55 - PSALM 119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