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8 - WHERE LOVE IS IN THE HO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8 - WHERE LOVE IS IN THE HO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8 - WHERE LOVE IS IN THE HO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8 - WHERE LOVE IS IN THE HOM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8 - WHERE LOVE IS IN THE HO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8 - WHERE LOVE IS IN THE HO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8 - WHERE LOVE IS IN THE HOM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8 - WHERE LOVE IS IN THE HO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8 - WHERE LOVE IS IN THE HO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8 - WHERE LOVE IS IN THE HOM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