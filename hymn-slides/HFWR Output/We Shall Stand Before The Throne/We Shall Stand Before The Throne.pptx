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 - WE SHALL STAND BEFORE THE THR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 - WE SHALL STAND BEFORE THE THRO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 - WE SHALL STAND BEFORE THE THRO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 - WE SHALL STAND BEFORE THE THRO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 - WE SHALL STAND BEFORE THE THRO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 - WE SHALL STAND BEFORE THE THRO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 - WE SHALL STAND BEFORE THE THRO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 - WE SHALL STAND BEFORE THE THRON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 - WE SHALL STAND BEFORE THE THRON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