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6 - IT IS WELL WITH MY SOUL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6 - IT IS WELL WITH MY SOUL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6 - IT IS WELL WITH MY SOUL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6 - IT IS WELL WITH MY SOUL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6 - IT IS WELL WITH MY SOUL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6 - IT IS WELL WITH MY SOUL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6 - IT IS WELL WITH MY SOUL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6 - IT IS WELL WITH MY SOUL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6 - IT IS WELL WITH MY SOUL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6 - IT IS WELL WITH MY SOUL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6 - IT IS WELL WITH MY SOUL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6 - IT IS WELL WITH MY SOUL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6 - IT IS WELL WITH MY SOUL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6 - IT IS WELL WITH MY SOUL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6 - IT IS WELL WITH MY SOUL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6 - IT IS WELL WITH MY SOUL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6 - IT IS WELL WITH MY SOUL - VERSE 4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6 - IT IS WELL WITH MY SOUL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6 - IT IS WELL WITH MY SOUL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