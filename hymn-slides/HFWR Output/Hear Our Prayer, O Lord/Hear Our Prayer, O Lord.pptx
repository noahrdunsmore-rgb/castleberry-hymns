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3 - HEAR OUR PRAYER, O LOR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3 - HEAR OUR PRAYER, O LOR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3 - HEAR OUR PRAYER, O LOR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3 - HEAR OUR PRAYER, O LORD - CODA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