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5 - THE LORD IS IN HIS HOLY TEMPL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5 - THE LORD IS IN HIS HOLY TEMPL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5 - THE LORD IS IN HIS HOLY TEMPL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