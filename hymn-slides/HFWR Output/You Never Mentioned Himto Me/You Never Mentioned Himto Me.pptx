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8 - YOU NEVER MENTIONED HIMTO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8 - YOU NEVER MENTIONED HIMTO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8 - YOU NEVER MENTIONED HIMTO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8 - YOU NEVER MENTIONED HIMTO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8 - YOU NEVER MENTIONED HIMTO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8 - YOU NEVER MENTIONED HIMTO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8 - YOU NEVER MENTIONED HIMTO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8 - YOU NEVER MENTIONED HIMTO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8 - YOU NEVER MENTIONED HIMTO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8 - YOU NEVER MENTIONED HIMTO 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8 - YOU NEVER MENTIONED HIMTO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8 - YOU NEVER MENTIONED HIMTO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8 - YOU NEVER MENTIONED HIMTO M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