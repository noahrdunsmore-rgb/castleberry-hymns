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6 - LORD, DISMISS 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6 - LORD, DISMISS 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6 - LORD, DISMISS 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6 - LORD, DISMISS 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6 - LORD, DISMISS 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6 - LORD, DISMISS US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