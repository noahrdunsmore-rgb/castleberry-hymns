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2 - JUST A CLOSER WALK WITH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2 - JUST A CLOSER WALK WITH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2 - JUST A CLOSER WALK WITH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2 - JUST A CLOSER WALK WITH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2 - JUST A CLOSER WALK WITH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2 - JUST A CLOSER WALK WITH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2 - JUST A CLOSER WALK WITH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2 - JUST A CLOSER WALK WITH THE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2 - JUST A CLOSER WALK WITH THE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