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9 - SPEAK, LORD, IN THE STILLNES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9 - SPEAK, LORD, IN THE STILLNES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9 - SPEAK, LORD, IN THE STILLNES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9 - SPEAK, LORD, IN THE STILLNES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9 - SPEAK, LORD, IN THE STILLNES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9 - SPEAK, LORD, IN THE STILLNES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9 - SPEAK, LORD, IN THE STILLNES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9 - SPEAK, LORD, IN THE STILLNES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9 - SPEAK, LORD, IN THE STILLNES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9 - SPEAK, LORD, IN THE STILLNESS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