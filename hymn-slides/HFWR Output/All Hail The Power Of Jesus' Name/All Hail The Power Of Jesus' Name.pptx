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4 - ALL HAIL THE POWER OF JESUS' NA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4 - ALL HAIL THE POWER OF JESUS' NA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4 - ALL HAIL THE POWER OF JESUS' NA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4 - ALL HAIL THE POWER OF JESUS' NAM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4 - ALL HAIL THE POWER OF JESUS' NA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4 - ALL HAIL THE POWER OF JESUS' NA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4 - ALL HAIL THE POWER OF JESUS' NAM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4 - ALL HAIL THE POWER OF JESUS' NA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4 - ALL HAIL THE POWER OF JESUS' NA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4 - ALL HAIL THE POWER OF JESUS' NAM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4 - ALL HAIL THE POWER OF JESUS' NAM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4 - ALL HAIL THE POWER OF JESUS' NAM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4 - ALL HAIL THE POWER OF JESUS' NAME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