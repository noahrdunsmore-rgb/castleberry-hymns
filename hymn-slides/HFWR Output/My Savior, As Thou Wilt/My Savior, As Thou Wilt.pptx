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1 - MY SAVIOR, AS THOU WILT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1 - MY SAVIOR, AS THOU WILT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1 - MY SAVIOR, AS THOU WILT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1 - MY SAVIOR, AS THOU WILT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1 - MY SAVIOR, AS THOU WILT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1 - MY SAVIOR, AS THOU WILT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1 - MY SAVIOR, AS THOU WILT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1 - MY SAVIOR, AS THOU WILT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1 - MY SAVIOR, AS THOU WILT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1 - MY SAVIOR, AS THOU WILT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1 - MY SAVIOR, AS THOU WILT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1 - MY SAVIOR, AS THOU WILT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1 - MY SAVIOR, AS THOU WILT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1 - MY SAVIOR, AS THOU WILT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1 - MY SAVIOR, AS THOU WILT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1 - MY SAVIOR, AS THOU WILT - VERSE 4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1 - MY SAVIOR, AS THOU WILT - VERSE 4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