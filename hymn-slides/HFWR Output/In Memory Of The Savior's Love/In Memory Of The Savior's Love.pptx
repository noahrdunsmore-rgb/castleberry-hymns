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1 - IN MEMORY OF THE SAVIOR'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1 - IN MEMORY OF THE SAVIOR'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1 - IN MEMORY OF THE SAVIOR'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1 - IN MEMORY OF THE SAVIOR'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1 - IN MEMORY OF THE SAVIOR'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1 - IN MEMORY OF THE SAVIOR'S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1 - IN MEMORY OF THE SAVIOR'S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