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 - OUT OF SELF AND INTO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 - OUT OF SELF AND INTO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 - OUT OF SELF AND INTO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 - OUT OF SELF AND INTO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 - OUT OF SELF AND INTO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 - OUT OF SELF AND INTO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 - OUT OF SELF AND INTO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 - OUT OF SELF AND INTO TH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 - OUT OF SELF AND INTO THE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