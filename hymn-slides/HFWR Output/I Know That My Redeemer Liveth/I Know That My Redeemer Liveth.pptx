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1 - I KNOW THAT MY REDEEMER LIVETH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1 - I KNOW THAT MY REDEEMER LIVETH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1 - I KNOW THAT MY REDEEMER LIVETH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1 - I KNOW THAT MY REDEEMER LIVETH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1 - I KNOW THAT MY REDEEMER LIVETH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1 - I KNOW THAT MY REDEEMER LIVETH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1 - I KNOW THAT MY REDEEMER LIVETH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1 - I KNOW THAT MY REDEEMER LIVETH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1 - I KNOW THAT MY REDEEMER LIVETH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1 - I KNOW THAT MY REDEEMER LIVETH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1 - I KNOW THAT MY REDEEMER LIVETH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1 - I KNOW THAT MY REDEEMER LIVETH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1 - I KNOW THAT MY REDEEMER LIVETH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1 - I KNOW THAT MY REDEEMER LIVETH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