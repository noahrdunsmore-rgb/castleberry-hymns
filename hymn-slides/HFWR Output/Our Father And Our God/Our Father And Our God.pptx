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 - OUR FATHER AND OUR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 - OUR FATHER AND OUR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 - OUR FATHER AND OUR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 - OUR FATHER AND OUR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 - OUR FATHER AND OUR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 - OUR FATHER AND OUR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 - OUR FATHER AND OUR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 - OUR FATHER AND OUR GO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 - OUR FATHER AND OUR GO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 - OUR FATHER AND OUR GOD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