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9 - SEEK YE FIRS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9 - SEEK YE FIRS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9 - SEEK YE FIRS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9 - SEEK YE FIRS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9 - SEEK YE FIRS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9 - SEEK YE FIRST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9 - SEEK YE FIRST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