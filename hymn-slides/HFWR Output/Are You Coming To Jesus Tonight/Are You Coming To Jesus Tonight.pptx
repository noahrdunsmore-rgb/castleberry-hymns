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2 - ARE YOU COMING TO JESUS TONI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2 - ARE YOU COMING TO JESUS TONI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2 - ARE YOU COMING TO JESUS TONI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2 - ARE YOU COMING TO JESUS TONI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2 - ARE YOU COMING TO JESUS TONI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2 - ARE YOU COMING TO JESUS TONIGH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2 - ARE YOU COMING TO JESUS TONIGH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2 - ARE YOU COMING TO JESUS TONIGH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2 - ARE YOU COMING TO JESUS TONIGH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