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 - THE LORD'S MY SHEPHERD, I'LL NOT WANT - VERSE 5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