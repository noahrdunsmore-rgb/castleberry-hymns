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6 - THE KINGDOMS OF EARTH PASS AW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6 - THE KINGDOMS OF EARTH PASS AW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6 - THE KINGDOMS OF EARTH PASS AW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6 - THE KINGDOMS OF EARTH PASS AWA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6 - THE KINGDOMS OF EARTH PASS AWA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6 - THE KINGDOMS OF EARTH PASS AW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6 - THE KINGDOMS OF EARTH PASS AW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6 - THE KINGDOMS OF EARTH PASS AWA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6 - THE KINGDOMS OF EARTH PASS AWA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6 - THE KINGDOMS OF EARTH PASS AW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6 - THE KINGDOMS OF EARTH PASS AW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6 - THE KINGDOMS OF EARTH PASS AWA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6 - THE KINGDOMS OF EARTH PASS AWA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6 - THE KINGDOMS OF EARTH PASS AWA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6 - THE KINGDOMS OF EARTH PASS AWA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6 - THE KINGDOMS OF EARTH PASS AWA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6 - THE KINGDOMS OF EARTH PASS AWAY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