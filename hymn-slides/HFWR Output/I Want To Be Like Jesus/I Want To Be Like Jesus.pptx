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00 - I WANT TO BE LIKE JESU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00 - I WANT TO BE LIKE JESU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00 - I WANT TO BE LIKE JESU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00 - I WANT TO BE LIKE JESUS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00 - I WANT TO BE LIKE JESUS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00 - I WANT TO BE LIKE JESU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00 - I WANT TO BE LIKE JESU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00 - I WANT TO BE LIKE JESUS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00 - I WANT TO BE LIKE JESUS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00 - I WANT TO BE LIKE JESU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00 - I WANT TO BE LIKE JESU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00 - I WANT TO BE LIKE JESUS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00 - I WANT TO BE LIKE JESUS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