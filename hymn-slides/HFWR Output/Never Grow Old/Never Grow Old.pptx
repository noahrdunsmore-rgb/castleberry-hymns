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 - NEVER GROW OL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 - NEVER GROW OL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 - NEVER GROW OL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 - NEVER GROW OL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 - NEVER GROW OL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 - NEVER GROW OL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 - NEVER GROW OL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 - NEVER GROW OL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 - NEVER GROW OL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 - NEVER GROW OL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 - NEVER GROW OL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4 - NEVER GROW OL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