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 - HEAVENLY SUNLIGH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 - HEAVENLY SUNLIGH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 - HEAVENLY SUNLIGH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 - HEAVENLY SUNLIGH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 - HEAVENLY SUNLIGH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 - HEAVENLY SUNLIGH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 - HEAVENLY SUNLIGH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 - HEAVENLY SUNLIGH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 - HEAVENLY SUNLIGH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 - HEAVENLY SUNLIGHT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 - HEAVENLY SUNLIGH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 - HEAVENLY SUNLIGH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 - HEAVENLY SUNLIGH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