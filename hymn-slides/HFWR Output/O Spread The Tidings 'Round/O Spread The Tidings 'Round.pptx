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 - O SPREAD THE TIDINGS 'ROU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