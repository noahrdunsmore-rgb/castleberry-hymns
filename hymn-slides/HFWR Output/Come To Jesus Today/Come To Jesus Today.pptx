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3 - COME TO JESUS TO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3 - COME TO JESUS TO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3 - COME TO JESUS TO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3 - COME TO JESUS TO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3 - COME TO JESUS TO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3 - COME TO JESUS TOD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3 - COME TO JESUS TOD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3 - COME TO JESUS TOD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3 - COME TO JESUS TOD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3 - COME TO JESUS TODA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3 - COME TO JESUS TODA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