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9 - PRAYER IS THE SOUL'S SINCERE DESI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9 - PRAYER IS THE SOUL'S SINCERE DESI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9 - PRAYER IS THE SOUL'S SINCERE DESI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9 - PRAYER IS THE SOUL'S SINCERE DESI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9 - PRAYER IS THE SOUL'S SINCERE DESI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9 - PRAYER IS THE SOUL'S SINCERE DESI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9 - PRAYER IS THE SOUL'S SINCERE DESI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9 - PRAYER IS THE SOUL'S SINCERE DESIR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9 - PRAYER IS THE SOUL'S SINCERE DESIR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9 - PRAYER IS THE SOUL'S SINCERE DESIRE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9 - PRAYER IS THE SOUL'S SINCERE DESIRE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