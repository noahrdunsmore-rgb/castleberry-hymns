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5 - SOWING THE SEED OF THE KINGDOM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5 - SOWING THE SEED OF THE KINGDOM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5 - SOWING THE SEED OF THE KINGDOM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5 - SOWING THE SEED OF THE KINGDOM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5 - SOWING THE SEED OF THE KINGDOM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5 - SOWING THE SEED OF THE KINGDOM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5 - SOWING THE SEED OF THE KINGDOM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5 - SOWING THE SEED OF THE KINGDOM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5 - SOWING THE SEED OF THE KINGDOM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5 - SOWING THE SEED OF THE KINGDOM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5 - SOWING THE SEED OF THE KINGDOM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5 - SOWING THE SEED OF THE KINGDOM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5 - SOWING THE SEED OF THE KINGDOM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