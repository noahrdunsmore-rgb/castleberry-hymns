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5 - AMAZING GRA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5 - AMAZING GRA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5 - AMAZING GRA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5 - AMAZING GRA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5 - AMAZING GRA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5 - AMAZING GRA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5 - AMAZING GRAC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5 - AMAZING GRAC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5 - AMAZING GRAC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5 - AMAZING GRACE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5 - AMAZING GRACE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