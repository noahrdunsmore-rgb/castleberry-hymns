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7 - DID YOU REPENT, FULLY REPEN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7 - DID YOU REPENT, FULLY REPEN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7 - DID YOU REPENT, FULLY REPEN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7 - DID YOU REPENT, FULLY REPEN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7 - DID YOU REPENT, FULLY REPEN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7 - DID YOU REPENT, FULLY REPEN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7 - DID YOU REPENT, FULLY REPEN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7 - DID YOU REPENT, FULLY REPEN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7 - DID YOU REPENT, FULLY REPEN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7 - DID YOU REPENT, FULLY REPENT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7 - DID YOU REPENT, FULLY REPENT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7 - DID YOU REPENT, FULLY REPENT - CHORUS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7 - DID YOU REPENT, FULLY REPENT - CHORUS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