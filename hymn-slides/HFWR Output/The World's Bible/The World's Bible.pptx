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60 - THE WORLD'S BIBLE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60 - THE WORLD'S BIBLE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60 - THE WORLD'S BIBLE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60 - THE WORLD'S BIBLE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60 - THE WORLD'S BIBLE - VERSE 1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60 - THE WORLD'S BIBLE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60 - THE WORLD'S BIBLE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60 - THE WORLD'S BIBLE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60 - THE WORLD'S BIBLE - VERSE 2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60 - THE WORLD'S BIBLE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60 - THE WORLD'S BIBLE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60 - THE WORLD'S BIBLE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60 - THE WORLD'S BIBLE - VERSE 3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