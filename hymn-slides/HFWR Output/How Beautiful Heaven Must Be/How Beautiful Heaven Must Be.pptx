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6 - HOW BEAUTIFUL HEAVEN MUST B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