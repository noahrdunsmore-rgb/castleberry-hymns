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5 - FAITH OF OUR FATHER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5 - FAITH OF OUR FATHERS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5 - FAITH OF OUR FATHERS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5 - FAITH OF OUR FATHERS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5 - FAITH OF OUR FATHERS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5 - FAITH OF OUR FATHERS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5 - FAITH OF OUR FATHERS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5 - FAITH OF OUR FATHERS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