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4 - WHEN WE ALL GET TO HEAVE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4 - WHEN WE ALL GET TO HEAVE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4 - WHEN WE ALL GET TO HEAVE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4 - WHEN WE ALL GET TO HEAVE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4 - WHEN WE ALL GET TO HEAVE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4 - WHEN WE ALL GET TO HEAVE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4 - WHEN WE ALL GET TO HEAVE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4 - WHEN WE ALL GET TO HEAVE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4 - WHEN WE ALL GET TO HEAVE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4 - WHEN WE ALL GET TO HEAVEN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