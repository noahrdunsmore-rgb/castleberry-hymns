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7 - O FATHER, LET US SEE HIS DEAT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7 - O FATHER, LET US SEE HIS DEAT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7 - O FATHER, LET US SEE HIS DEAT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7 - O FATHER, LET US SEE HIS DEAT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7 - O FATHER, LET US SEE HIS DEAT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7 - O FATHER, LET US SEE HIS DEATH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7 - O FATHER, LET US SEE HIS DEATH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7 - O FATHER, LET US SEE HIS DEATH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7 - O FATHER, LET US SEE HIS DEATH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