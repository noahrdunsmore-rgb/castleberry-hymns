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9 - I WILL PR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9 - I WILL PR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9 - I WILL PR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9 - I WILL PR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9 - I WILL PR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9 - I WILL PR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9 - I WILL PR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9 - I WILL PRAY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9 - I WILL PRAY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9 - I WILL PRA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9 - I WILL PRA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