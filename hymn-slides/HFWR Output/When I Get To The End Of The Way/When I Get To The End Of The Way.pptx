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1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2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0 - WHEN I GET TO THE END OF THE WAY - VERSE 3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