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4 - HARVEST TI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4 - HARVEST TI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4 - HARVEST TI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4 - HARVEST TIM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4 - HARVEST TIM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4 - HARVEST TI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4 - HARVEST TI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4 - HARVEST TIM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4 - HARVEST TIME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4 - HARVEST TIM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4 - HARVEST TIM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4 - HARVEST TIM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4 - HARVEST TIME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4 - HARVEST TIM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4 - HARVEST TIM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4 - HARVEST TIME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4 - HARVEST TIME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