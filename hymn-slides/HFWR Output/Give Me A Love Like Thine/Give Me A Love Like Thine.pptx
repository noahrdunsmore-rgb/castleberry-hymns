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1 - GIVE ME A LOVE LIKE THI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1 - GIVE ME A LOVE LIKE THI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1 - GIVE ME A LOVE LIKE THI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1 - GIVE ME A LOVE LIKE THI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1 - GIVE ME A LOVE LIKE THI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1 - GIVE ME A LOVE LIKE THI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1 - GIVE ME A LOVE LIKE THI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1 - GIVE ME A LOVE LIKE THIN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1 - GIVE ME A LOVE LIKE THIN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