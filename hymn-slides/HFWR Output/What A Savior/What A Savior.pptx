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 - WHAT A SAVIO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 - WHAT A SAVIO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 - WHAT A SAVIO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 - WHAT A SAVIO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 - WHAT A SAVIO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 - WHAT A SAVIO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 - WHAT A SAVIO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 - WHAT A SAVIO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 - WHAT A SAVIO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 - WHAT A SAVIOR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