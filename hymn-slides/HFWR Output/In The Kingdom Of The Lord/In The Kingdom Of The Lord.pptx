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VERSE 2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VERSE 3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VERSE 3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4 - IN THE KINGDOM OF THE LORD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