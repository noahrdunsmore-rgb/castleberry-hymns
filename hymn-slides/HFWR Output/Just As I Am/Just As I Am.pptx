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0 - JUST AS I A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0 - JUST AS I A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0 - JUST AS I A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0 - JUST AS I A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0 - JUST AS I AM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0 - JUST AS I AM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0 - JUST AS I AM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0 - JUST AS I AM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0 - JUST AS I AM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