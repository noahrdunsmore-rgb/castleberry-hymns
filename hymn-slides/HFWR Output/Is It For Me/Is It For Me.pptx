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 - IS IT FOR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 - IS IT FOR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 - IS IT FOR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 - IS IT FOR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 - IS IT FOR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 - IS IT FOR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 - IS IT FOR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 - IS IT FOR M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 - IS IT FOR M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 - IS IT FOR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 - IS IT FOR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