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3 - HE LIV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3 - HE LIVE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3 - HE LIVE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3 - HE LIVE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3 - HE LIVE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3 - HE LIVE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3 - HE LIVE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3 - HE LIVE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3 - HE LIVE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3 - HE LIVE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3 - HE LIVE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3 - HE LIVE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3 - HE LIVE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3 - HE LIVE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3 - HE LIVE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3 - HE LIVE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3 - HE LIVES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