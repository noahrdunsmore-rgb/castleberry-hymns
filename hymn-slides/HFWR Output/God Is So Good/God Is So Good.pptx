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7 - GOD IS SO GOO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7 - GOD IS SO GOO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7 - GOD IS SO GOO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7 - GOD IS SO GOO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7 - GOD IS SO GOOD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