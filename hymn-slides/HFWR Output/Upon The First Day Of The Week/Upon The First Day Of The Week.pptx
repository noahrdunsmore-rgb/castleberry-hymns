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7 - UPON THE FIRST DAY OF THE WEEK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7 - UPON THE FIRST DAY OF THE WEEK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7 - UPON THE FIRST DAY OF THE WEEK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7 - UPON THE FIRST DAY OF THE WEEK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7 - UPON THE FIRST DAY OF THE WEEK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7 - UPON THE FIRST DAY OF THE WEEK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7 - UPON THE FIRST DAY OF THE WEEK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7 - UPON THE FIRST DAY OF THE WEEK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7 - UPON THE FIRST DAY OF THE WEEK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7 - UPON THE FIRST DAY OF THE WEEK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7 - UPON THE FIRST DAY OF THE WEEK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7 - UPON THE FIRST DAY OF THE WEEK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