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SANCT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SANCT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 - ON ZION'S GLORIOUS SUMMIT - SANCT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