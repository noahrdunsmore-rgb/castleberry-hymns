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98 - WHERE HE LEADS I'LL FOLLOW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98 - WHERE HE LEADS I'LL FOLLOW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98 - WHERE HE LEADS I'LL FOLLOW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98 - WHERE HE LEADS I'LL FOLLOW - VERSE 1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98 - WHERE HE LEADS I'LL FOLLOW - VERSE 1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98 - WHERE HE LEADS I'LL FOLLOW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98 - WHERE HE LEADS I'LL FOLLOW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98 - WHERE HE LEADS I'LL FOLLOW - VERSE 2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98 - WHERE HE LEADS I'LL FOLLOW - VERSE 1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98 - WHERE HE LEADS I'LL FOLLOW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98 - WHERE HE LEADS I'LL FOLLOW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98 - WHERE HE LEADS I'LL FOLLOW - VERSE 3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98 - WHERE HE LEADS I'LL FOLLOW - VERSE 3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98 - WHERE HE LEADS I'LL FOLLOW - CHORUS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98 - WHERE HE LEADS I'LL FOLLOW - CHORUS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98 - WHERE HE LEADS I'LL FOLLOW - CHORUS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98 - WHERE HE LEADS I'LL FOLLOW - CHORUS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