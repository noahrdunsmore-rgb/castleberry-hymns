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2 - HE KEEPS ME SING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2 - HE KEEPS ME SING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2 - HE KEEPS ME SING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2 - HE KEEPS ME SING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2 - HE KEEPS ME SING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2 - HE KEEPS ME SING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2 - HE KEEPS ME SING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2 - HE KEEPS ME SINGI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2 - HE KEEPS ME SINGING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