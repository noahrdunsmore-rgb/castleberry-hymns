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4 - EVERLASTING L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4 - EVERLASTING LO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4 - EVERLASTING LO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4 - EVERLASTING LOV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4 - EVERLASTING LOV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4 - EVERLASTING LO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4 - EVERLASTING LO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4 - EVERLASTING LOV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4 - EVERLASTING LOV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4 - EVERLASTING LOVE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