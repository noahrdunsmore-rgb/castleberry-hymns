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7 - PREPARE TO MEET THY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7 - PREPARE TO MEET THY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7 - PREPARE TO MEET THY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7 - PREPARE TO MEET THY G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7 - PREPARE TO MEET THY G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7 - PREPARE TO MEET THY G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7 - PREPARE TO MEET THY G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7 - PREPARE TO MEET THY GO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7 - PREPARE TO MEET THY GO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7 - PREPARE TO MEET THY GO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7 - PREPARE TO MEET THY GOD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