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96 - HIS GRACE REACHES M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96 - HIS GRACE REACHES M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96 - HIS GRACE REACHES M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96 - HIS GRACE REACHES ME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96 - HIS GRACE REACHES M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96 - HIS GRACE REACHES M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96 - HIS GRACE REACHES ME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96 - HIS GRACE REACHES ME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96 - HIS GRACE REACHES ME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96 - HIS GRACE REACHES ME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