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1 - SOUL, A SAVIOR THOU ART NEED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1 - SOUL, A SAVIOR THOU ART NEED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1 - SOUL, A SAVIOR THOU ART NEED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1 - SOUL, A SAVIOR THOU ART NEED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1 - SOUL, A SAVIOR THOU ART NEED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1 - SOUL, A SAVIOR THOU ART NEED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1 - SOUL, A SAVIOR THOU ART NEED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1 - SOUL, A SAVIOR THOU ART NEEDI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1 - SOUL, A SAVIOR THOU ART NEEDI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1 - SOUL, A SAVIOR THOU ART NEEDING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