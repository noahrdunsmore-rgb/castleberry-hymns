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4 - I CAN DO ALL THING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4 - I CAN DO ALL THING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4 - I CAN DO ALL THING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4 - I CAN DO ALL THING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4 - I CAN DO ALL THING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4 - I CAN DO ALL THING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4 - I CAN DO ALL THING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4 - I CAN DO ALL THING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4 - I CAN DO ALL THING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4 - I CAN DO ALL THING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4 - I CAN DO ALL THING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4 - I CAN DO ALL THING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4 - I CAN DO ALL THING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4 - I CAN DO ALL THING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4 - I CAN DO ALL THING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4 - I CAN DO ALL THINGS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4 - I CAN DO ALL THING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