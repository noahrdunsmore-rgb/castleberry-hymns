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6 - JESUS, MY PRECIOUS SAVIO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6 - JESUS, MY PRECIOUS SAVIO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6 - JESUS, MY PRECIOUS SAVIO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6 - JESUS, MY PRECIOUS SAVIO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6 - JESUS, MY PRECIOUS SAVIOR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6 - JESUS, MY PRECIOUS SAVIO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6 - JESUS, MY PRECIOUS SAVIO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6 - JESUS, MY PRECIOUS SAVIO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6 - JESUS, MY PRECIOUS SAVIOR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