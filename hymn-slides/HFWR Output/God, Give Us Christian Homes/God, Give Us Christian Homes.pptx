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2 - GOD, GIVE US CHRISTIAN HOM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2 - GOD, GIVE US CHRISTIAN HOM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2 - GOD, GIVE US CHRISTIAN HOM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2 - GOD, GIVE US CHRISTIAN HOME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2 - GOD, GIVE US CHRISTIAN HOM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2 - GOD, GIVE US CHRISTIAN HOM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2 - GOD, GIVE US CHRISTIAN HOME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2 - GOD, GIVE US CHRISTIAN HOM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2 - GOD, GIVE US CHRISTIAN HOM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2 - GOD, GIVE US CHRISTIAN HOME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2 - GOD, GIVE US CHRISTIAN HOME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2 - GOD, GIVE US CHRISTIAN HOME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2 - GOD, GIVE US CHRISTIAN HOMES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2 - GOD, GIVE US CHRISTIAN HOMES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