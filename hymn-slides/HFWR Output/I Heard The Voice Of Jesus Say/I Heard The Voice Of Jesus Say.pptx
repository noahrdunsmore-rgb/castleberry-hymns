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6 - I HEARD THE VOICE OF JESUS S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6 - I HEARD THE VOICE OF JESUS S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6 - I HEARD THE VOICE OF JESUS S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6 - I HEARD THE VOICE OF JESUS S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6 - I HEARD THE VOICE OF JESUS SA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6 - I HEARD THE VOICE OF JESUS S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6 - I HEARD THE VOICE OF JESUS S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6 - I HEARD THE VOICE OF JESUS SA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6 - I HEARD THE VOICE OF JESUS SA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6 - I HEARD THE VOICE OF JESUS S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6 - I HEARD THE VOICE OF JESUS S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6 - I HEARD THE VOICE OF JESUS SA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6 - I HEARD THE VOICE OF JESUS SA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