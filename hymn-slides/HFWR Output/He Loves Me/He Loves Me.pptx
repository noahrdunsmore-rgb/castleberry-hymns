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6.pn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7.pn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8.png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9.pn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696 - HE LOVES ME - TITL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696 - HE LOVES ME - VERSE 1.1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696 - HE LOVES ME - VERSE 1.2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696 - HE LOVES ME - VERSE 2.1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696 - HE LOVES ME - VERSE 2.2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696 - HE LOVES ME - VERSE 3.1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696 - HE LOVES ME - VERSE 3.2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696 - HE LOVES ME - CHORUS.1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696 - HE LOVES ME - CHORUS.2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