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5 - NEARER, STILL NEAR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5 - NEARER, STILL NEAR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5 - NEARER, STILL NEAR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5 - NEARER, STILL NEARE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5 - NEARER, STILL NEAR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5 - NEARER, STILL NEAR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5 - NEARER, STILL NEARER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5 - NEARER, STILL NEAR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5 - NEARER, STILL NEAR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5 - NEARER, STILL NEARER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5 - NEARER, STILL NEARER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5 - NEARER, STILL NEARER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5 - NEARER, STILL NEARER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