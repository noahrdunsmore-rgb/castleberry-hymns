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4 - TELL ME THE OLD, OLD ST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