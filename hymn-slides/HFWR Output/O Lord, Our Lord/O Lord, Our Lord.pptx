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0 - O LORD, OUR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0 - O LORD, OUR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0 - O LORD, OUR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0 - O LORD, OUR LOR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0 - O LORD, OUR LOR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0 - O LORD, OUR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0 - O LORD, OUR L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0 - O LORD, OUR LOR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0 - O LORD, OUR LOR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0 - O LORD, OUR LO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0 - O LORD, OUR LO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0 - O LORD, OUR LOR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0 - O LORD, OUR LORD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0 - O LORD, OUR LORD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