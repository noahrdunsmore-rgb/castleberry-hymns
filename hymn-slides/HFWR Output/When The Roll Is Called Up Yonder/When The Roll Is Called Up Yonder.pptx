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2 - WHEN THE ROLL IS CALLED UP YOND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2 - WHEN THE ROLL IS CALLED UP YOND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2 - WHEN THE ROLL IS CALLED UP YOND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2 - WHEN THE ROLL IS CALLED UP YOND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2 - WHEN THE ROLL IS CALLED UP YOND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2 - WHEN THE ROLL IS CALLED UP YOND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2 - WHEN THE ROLL IS CALLED UP YOND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2 - WHEN THE ROLL IS CALLED UP YOND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2 - WHEN THE ROLL IS CALLED UP YOND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2 - WHEN THE ROLL IS CALLED UP YOND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2 - WHEN THE ROLL IS CALLED UP YOND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2 - WHEN THE ROLL IS CALLED UP YOND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2 - WHEN THE ROLL IS CALLED UP YONDER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