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9 - YE MUST BE BORN AGAI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9 - YE MUST BE BORN AGAIN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9 - YE MUST BE BORN AGAIN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9 - YE MUST BE BORN AGAIN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9 - YE MUST BE BORN AGAIN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9 - YE MUST BE BORN AGAIN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9 - YE MUST BE BORN AGAIN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9 - YE MUST BE BORN AGAIN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9 - YE MUST BE BORN AGAIN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