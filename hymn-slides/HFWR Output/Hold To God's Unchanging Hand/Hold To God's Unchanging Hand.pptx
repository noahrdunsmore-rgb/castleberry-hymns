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3 - HOLD TO GOD'S UNCHANGING HAN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3 - HOLD TO GOD'S UNCHANGING HAN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3 - HOLD TO GOD'S UNCHANGING HAN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3 - HOLD TO GOD'S UNCHANGING HAN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3 - HOLD TO GOD'S UNCHANGING HAN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3 - HOLD TO GOD'S UNCHANGING HAN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3 - HOLD TO GOD'S UNCHANGING HAN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3 - HOLD TO GOD'S UNCHANGING HAN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3 - HOLD TO GOD'S UNCHANGING HAN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