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6 - THERE IS POWER IN THE BLOO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6 - THERE IS POWER IN THE BLOO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6 - THERE IS POWER IN THE BLOO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6 - THERE IS POWER IN THE BLOO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6 - THERE IS POWER IN THE BLOO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6 - THERE IS POWER IN THE BLOO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6 - THERE IS POWER IN THE BLOO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6 - THERE IS POWER IN THE BLOOD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6 - THERE IS POWER IN THE BLOOD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