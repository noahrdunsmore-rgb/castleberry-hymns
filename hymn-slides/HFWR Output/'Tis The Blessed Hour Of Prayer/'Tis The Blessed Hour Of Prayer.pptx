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5 - 'TIS THE BLESSED HOUR OF PRAYER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