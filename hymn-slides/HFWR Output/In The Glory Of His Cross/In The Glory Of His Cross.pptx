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6 - IN THE GLORY OF HIS CROSS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