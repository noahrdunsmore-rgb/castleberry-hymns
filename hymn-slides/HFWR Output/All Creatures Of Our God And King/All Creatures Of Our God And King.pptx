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VERSE 5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 - ALL CREATURES OF OUR GOD AND KING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