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0 - PURER IN HEART, O GO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0 - PURER IN HEART, O GO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0 - PURER IN HEART, O GO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0 - PURER IN HEART, O GOD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0 - PURER IN HEART, O GO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0 - PURER IN HEART, O GOD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0 - PURER IN HEART, O GOD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0 - PURER IN HEART, O GOD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0 - PURER IN HEART, O GOD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0 - PURER IN HEART, O GOD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