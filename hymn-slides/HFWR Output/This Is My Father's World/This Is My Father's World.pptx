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7 - THIS IS MY FATHER'S WORL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7 - THIS IS MY FATHER'S WORL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7 - THIS IS MY FATHER'S WORL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7 - THIS IS MY FATHER'S WORL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7 - THIS IS MY FATHER'S WORL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7 - THIS IS MY FATHER'S WORL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7 - THIS IS MY FATHER'S WORL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7 - THIS IS MY FATHER'S WORL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7 - THIS IS MY FATHER'S WORL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7 - THIS IS MY FATHER'S WORL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7 - THIS IS MY FATHER'S WORL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7 - THIS IS MY FATHER'S WORL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7 - THIS IS MY FATHER'S WORL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7 - THIS IS MY FATHER'S WORLD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