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6 - HARK, THE HERALD ANGELS SI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6 - HARK, THE HERALD ANGELS SI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6 - HARK, THE HERALD ANGELS SI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6 - HARK, THE HERALD ANGELS SING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6 - HARK, THE HERALD ANGELS SING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6 - HARK, THE HERALD ANGELS SING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6 - HARK, THE HERALD ANGELS SI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6 - HARK, THE HERALD ANGELS SI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6 - HARK, THE HERALD ANGELS SING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6 - HARK, THE HERALD ANGELS SING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6 - HARK, THE HERALD ANGELS SING - VERSE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6 - HARK, THE HERALD ANGELS SI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6 - HARK, THE HERALD ANGELS SI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6 - HARK, THE HERALD ANGELS SING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6 - HARK, THE HERALD ANGELS SING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6 - HARK, THE HERALD ANGELS SING - VERSE 3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