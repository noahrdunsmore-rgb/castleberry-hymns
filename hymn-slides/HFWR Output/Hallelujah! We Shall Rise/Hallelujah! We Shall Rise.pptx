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5 - HALLELUJAH! WE SHALL RIS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5 - HALLELUJAH! WE SHALL RIS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5 - HALLELUJAH! WE SHALL RIS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5 - HALLELUJAH! WE SHALL RIS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5 - HALLELUJAH! WE SHALL RISE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5 - HALLELUJAH! WE SHALL RIS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5 - HALLELUJAH! WE SHALL RIS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5 - HALLELUJAH! WE SHALL RIS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5 - HALLELUJAH! WE SHALL RISE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5 - HALLELUJAH! WE SHALL RIS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5 - HALLELUJAH! WE SHALL RIS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5 - HALLELUJAH! WE SHALL RIS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5 - HALLELUJAH! WE SHALL RISE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5 - HALLELUJAH! WE SHALL RIS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5 - HALLELUJAH! WE SHALL RIS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5 - HALLELUJAH! WE SHALL RISE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