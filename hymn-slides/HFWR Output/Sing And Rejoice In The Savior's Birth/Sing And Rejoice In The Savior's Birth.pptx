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 - SING AND REJOICE IN THE SAVIOR'S BIRTH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 - SING AND REJOICE IN THE SAVIOR'S BIRTH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 - SING AND REJOICE IN THE SAVIOR'S BIRTH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 - SING AND REJOICE IN THE SAVIOR'S BIRTH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 - SING AND REJOICE IN THE SAVIOR'S BIRTH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 - SING AND REJOICE IN THE SAVIOR'S BIRTH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 - SING AND REJOICE IN THE SAVIOR'S BIRTH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 - SING AND REJOICE IN THE SAVIOR'S BIRTH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 - SING AND REJOICE IN THE SAVIOR'S BIRTH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 - SING AND REJOICE IN THE SAVIOR'S BIRTH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