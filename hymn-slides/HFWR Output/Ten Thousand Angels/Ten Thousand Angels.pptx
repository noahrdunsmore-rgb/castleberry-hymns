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VERSE 4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0 - TEN THOUSAND ANGEL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