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0 - COME UNTO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0 - COME UNTO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0 - COME UNTO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0 - COME UNTO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0 - COME UNTO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0 - COME UNTO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0 - COME UNTO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0 - COME UNTO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0 - COME UNTO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0 - COME UNTO M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0 - COME UNTO M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