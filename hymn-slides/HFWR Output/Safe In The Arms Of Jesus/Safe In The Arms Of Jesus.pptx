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7 - SAFE IN THE ARMS OF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7 - SAFE IN THE ARMS OF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7 - SAFE IN THE ARMS OF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7 - SAFE IN THE ARMS OF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7 - SAFE IN THE ARMS OF JESU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7 - SAFE IN THE ARMS OF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7 - SAFE IN THE ARMS OF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7 - SAFE IN THE ARMS OF JESU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7 - SAFE IN THE ARMS OF JESU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7 - SAFE IN THE ARMS OF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7 - SAFE IN THE ARMS OF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7 - SAFE IN THE ARMS OF JESU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7 - SAFE IN THE ARMS OF JESU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7 - SAFE IN THE ARMS OF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7 - SAFE IN THE ARMS OF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