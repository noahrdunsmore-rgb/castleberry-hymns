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0 - I GAVE MY LIFE FOR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0 - I GAVE MY LIFE FOR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0 - I GAVE MY LIFE FOR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0 - I GAVE MY LIFE FOR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0 - I GAVE MY LIFE FOR THE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0 - I GAVE MY LIFE FOR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0 - I GAVE MY LIFE FOR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0 - I GAVE MY LIFE FOR THE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0 - I GAVE MY LIFE FOR THE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0 - I GAVE MY LIFE FOR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0 - I GAVE MY LIFE FOR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0 - I GAVE MY LIFE FOR THE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0 - I GAVE MY LIFE FOR THE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