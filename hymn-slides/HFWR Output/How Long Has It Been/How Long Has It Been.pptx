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3 - HOW LONG HAS IT BEEN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3 - HOW LONG HAS IT BEEN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3 - HOW LONG HAS IT BEEN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3 - HOW LONG HAS IT BEEN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3 - HOW LONG HAS IT BEEN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3 - HOW LONG HAS IT BEEN - VERSE 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3 - HOW LONG HAS IT BEEN - VERSE 1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3 - HOW LONG HAS IT BEEN - VERSE 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3 - HOW LONG HAS IT BEEN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3 - HOW LONG HAS IT BEEN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3 - HOW LONG HAS IT BEEN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3 - HOW LONG HAS IT BEEN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3 - HOW LONG HAS IT BEEN - VERSE 2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3 - HOW LONG HAS IT BEEN - VERSE 1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3 - HOW LONG HAS IT BEEN - VERSE 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