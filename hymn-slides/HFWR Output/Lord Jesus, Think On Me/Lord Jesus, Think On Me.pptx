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1 - LORD JESUS, THINK ON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1 - LORD JESUS, THINK ON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1 - LORD JESUS, THINK ON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1 - LORD JESUS, THINK ON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1 - LORD JESUS, THINK ON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1 - LORD JESUS, THINK ON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1 - LORD JESUS, THINK ON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1 - LORD JESUS, THINK ON M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1 - LORD JESUS, THINK ON M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1 - LORD JESUS, THINK ON ME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