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6 - JESUS, THOU JOY OF LOVING HEART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6 - JESUS, THOU JOY OF LOVING HEART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6 - JESUS, THOU JOY OF LOVING HEART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6 - JESUS, THOU JOY OF LOVING HEART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6 - JESUS, THOU JOY OF LOVING HEART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6 - JESUS, THOU JOY OF LOVING HEART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6 - JESUS, THOU JOY OF LOVING HEART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6 - JESUS, THOU JOY OF LOVING HEARTS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6 - JESUS, THOU JOY OF LOVING HEARTS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