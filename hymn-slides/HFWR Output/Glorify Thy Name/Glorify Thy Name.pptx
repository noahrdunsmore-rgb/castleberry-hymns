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5 - GLORIFY THY NAM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5 - GLORIFY THY NAM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5 - GLORIFY THY NAM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5 - GLORIFY THY NAME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5 - GLORIFY THY NAM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5 - GLORIFY THY NAM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5 - GLORIFY THY NAME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5 - GLORIFY THY NAM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5 - GLORIFY THY NAM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5 - GLORIFY THY NAME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