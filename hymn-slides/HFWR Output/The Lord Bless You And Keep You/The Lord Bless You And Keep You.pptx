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0 - THE LORD BLESS YOU AND KEEP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0 - THE LORD BLESS YOU AND KEEP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0 - THE LORD BLESS YOU AND KEEP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0 - THE LORD BLESS YOU AND KEEP YOU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0 - THE LORD BLESS YOU AND KEEP YOU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0 - THE LORD BLESS YOU AND KEEP YOU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