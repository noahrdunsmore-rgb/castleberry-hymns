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1 - JESUS, LOVER OF MY SOU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1 - JESUS, LOVER OF MY SOU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1 - JESUS, LOVER OF MY SOU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1 - JESUS, LOVER OF MY SOUL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1 - JESUS, LOVER OF MY SOUL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1 - JESUS, LOVER OF MY SOU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1 - JESUS, LOVER OF MY SOU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1 - JESUS, LOVER OF MY SOUL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1 - JESUS, LOVER OF MY SOUL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1 - JESUS, LOVER OF MY SOU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1 - JESUS, LOVER OF MY SOU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1 - JESUS, LOVER OF MY SOUL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1 - JESUS, LOVER OF MY SOUL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