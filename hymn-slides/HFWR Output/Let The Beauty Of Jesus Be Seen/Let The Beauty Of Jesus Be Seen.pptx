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4 - LET THE BEAUTY OF JESUS BE SEEN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4 - LET THE BEAUTY OF JESUS BE SEEN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4 - LET THE BEAUTY OF JESUS BE SEEN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4 - LET THE BEAUTY OF JESUS BE SEEN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4 - LET THE BEAUTY OF JESUS BE SEEN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4 - LET THE BEAUTY OF JESUS BE SEEN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4 - LET THE BEAUTY OF JESUS BE SEEN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4 - LET THE BEAUTY OF JESUS BE SEEN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4 - LET THE BEAUTY OF JESUS BE SEEN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4 - LET THE BEAUTY OF JESUS BE SEEN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4 - LET THE BEAUTY OF JESUS BE SEEN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4 - LET THE BEAUTY OF JESUS BE SEEN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4 - LET THE BEAUTY OF JESUS BE SEEN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