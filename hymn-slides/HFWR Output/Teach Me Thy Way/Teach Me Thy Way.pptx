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 - TEACH ME THY W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 - TEACH ME THY W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 - TEACH ME THY W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 - TEACH ME THY WA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 - TEACH ME THY W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 - TEACH ME THY W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 - TEACH ME THY WA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 - TEACH ME THY W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 - TEACH ME THY W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 - TEACH ME THY WA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 - TEACH ME THY WAY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 - TEACH ME THY WAY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 - TEACH ME THY WAY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