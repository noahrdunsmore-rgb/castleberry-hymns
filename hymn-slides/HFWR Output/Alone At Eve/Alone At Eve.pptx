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 - ALONE AT E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 - ALONE AT EV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 - ALONE AT EV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 - ALONE AT EVE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 - ALONE AT EVE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 - ALONE AT EV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 - ALONE AT EV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 - ALONE AT EVE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 - ALONE AT EVE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 - ALONE AT EV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 - ALONE AT EV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 - ALONE AT EVE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 - ALONE AT EVE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 - ALONE AT EV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 - ALONE AT EV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 - ALONE AT EVE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0 - ALONE AT EVE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