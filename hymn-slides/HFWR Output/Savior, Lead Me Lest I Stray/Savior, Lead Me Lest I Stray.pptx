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9 - SAVIOR, LEAD ME LEST I STR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9 - SAVIOR, LEAD ME LEST I STR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9 - SAVIOR, LEAD ME LEST I STR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9 - SAVIOR, LEAD ME LEST I STR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9 - SAVIOR, LEAD ME LEST I STR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9 - SAVIOR, LEAD ME LEST I STRA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9 - SAVIOR, LEAD ME LEST I STR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9 - SAVIOR, LEAD ME LEST I STRA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9 - SAVIOR, LEAD ME LEST I STRA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