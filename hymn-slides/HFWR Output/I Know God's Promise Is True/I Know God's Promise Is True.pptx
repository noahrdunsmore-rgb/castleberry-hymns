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2 - I KNOW GOD'S PROMISE IS TRU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2 - I KNOW GOD'S PROMISE IS TRU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2 - I KNOW GOD'S PROMISE IS TRU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2 - I KNOW GOD'S PROMISE IS TRU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2 - I KNOW GOD'S PROMISE IS TRU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2 - I KNOW GOD'S PROMISE IS TRU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2 - I KNOW GOD'S PROMISE IS TRU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2 - I KNOW GOD'S PROMISE IS TRU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2 - I KNOW GOD'S PROMISE IS TRU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2 - I KNOW GOD'S PROMISE IS TRU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2 - I KNOW GOD'S PROMISE IS TRUE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