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4 - MY FAITH LOOKS UP TO THE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