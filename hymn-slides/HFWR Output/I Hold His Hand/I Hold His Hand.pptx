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7 - I HOLD HIS HA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7 - I HOLD HIS HA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7 - I HOLD HIS HA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7 - I HOLD HIS HAN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7 - I HOLD HIS HA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7 - I HOLD HIS HA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7 - I HOLD HIS HAN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7 - I HOLD HIS HAN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7 - I HOLD HIS HAN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7 - I HOLD HIS HAN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7 - I HOLD HIS HAN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7 - I HOLD HIS HAN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7 - I HOLD HIS HAN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7 - I HOLD HIS HAND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7 - I HOLD HIS HAND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7 - I HOLD HIS HAND - CHORUS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