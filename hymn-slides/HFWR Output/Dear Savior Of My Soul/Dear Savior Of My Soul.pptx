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8 - DEAR SAVIOR OF MY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8 - DEAR SAVIOR OF MY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8 - DEAR SAVIOR OF MY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8 - DEAR SAVIOR OF MY SO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8 - DEAR SAVIOR OF MY SO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8 - DEAR SAVIOR OF MY SO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8 - DEAR SAVIOR OF MY SO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8 - DEAR SAVIOR OF MY SOUL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8 - DEAR SAVIOR OF MY SOUL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