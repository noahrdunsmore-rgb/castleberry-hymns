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0 - I WILL SING OF THE MERCI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0 - I WILL SING OF THE MERCI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0 - I WILL SING OF THE MERCI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0 - I WILL SING OF THE MERCIE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0 - I WILL SING OF THE MERCIE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0 - I WILL SING OF THE MERCIES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0 - I WILL SING OF THE MERCIES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0 - I WILL SING OF THE MERCIES - VERSE 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0 - I WILL SING OF THE MERCIES - VERSE 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0 - I WILL SING OF THE MERCIES - VERSE 1.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