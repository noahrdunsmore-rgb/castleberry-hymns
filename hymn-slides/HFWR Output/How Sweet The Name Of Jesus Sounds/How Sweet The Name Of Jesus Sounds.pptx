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 - HOW SWEET THE NAME OF JESUS SOUND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