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89 - MASTER, THE TEMPEST IS RAGING - CHORUS.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