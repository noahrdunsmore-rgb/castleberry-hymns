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73 - CAN YOU COUNT THE STARS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73 - CAN YOU COUNT THE STARS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73 - CAN YOU COUNT THE STARS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73 - CAN YOU COUNT THE STARS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73 - CAN YOU COUNT THE STARS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73 - CAN YOU COUNT THE STARS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73 - CAN YOU COUNT THE STARS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73 - CAN YOU COUNT THE STARS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73 - CAN YOU COUNT THE STARS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73 - CAN YOU COUNT THE STARS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73 - CAN YOU COUNT THE STARS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73 - CAN YOU COUNT THE STARS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73 - CAN YOU COUNT THE STARS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