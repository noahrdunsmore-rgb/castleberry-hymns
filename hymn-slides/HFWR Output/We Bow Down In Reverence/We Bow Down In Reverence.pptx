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9 - WE BOW DOWN IN REVEREN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9 - WE BOW DOWN IN REVEREN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9 - WE BOW DOWN IN REVERENC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9 - WE BOW DOWN IN REVERENC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9 - WE BOW DOWN IN REVERENC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