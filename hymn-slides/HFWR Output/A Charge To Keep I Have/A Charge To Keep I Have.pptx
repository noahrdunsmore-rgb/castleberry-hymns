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 - A CHARGE TO KEEP I HA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 - A CHARGE TO KEEP I HA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 - A CHARGE TO KEEP I HA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 - A CHARGE TO KEEP I HA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 - A CHARGE TO KEEP I HA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 - A CHARGE TO KEEP I HA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1 - A CHARGE TO KEEP I HA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