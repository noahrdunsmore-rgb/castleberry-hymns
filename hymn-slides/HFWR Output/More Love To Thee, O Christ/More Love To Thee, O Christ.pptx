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2 - MORE LOVE TO THEE, O CHRIS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2 - MORE LOVE TO THEE, O CHRIS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2 - MORE LOVE TO THEE, O CHRIS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2 - MORE LOVE TO THEE, O CHRIST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2 - MORE LOVE TO THEE, O CHRIST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2 - MORE LOVE TO THEE, O CHRIS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2 - MORE LOVE TO THEE, O CHRIS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2 - MORE LOVE TO THEE, O CHRIST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2 - MORE LOVE TO THEE, O CHRIST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2 - MORE LOVE TO THEE, O CHRIS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2 - MORE LOVE TO THEE, O CHRIS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2 - MORE LOVE TO THEE, O CHRIST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2 - MORE LOVE TO THEE, O CHRIST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