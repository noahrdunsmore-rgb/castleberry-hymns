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5 - O LOVE THAT WILL NOT LET ME GO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