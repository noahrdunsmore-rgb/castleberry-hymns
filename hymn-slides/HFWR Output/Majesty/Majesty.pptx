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8 - MAJEST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8 - MAJEST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8 - MAJEST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8 - MAJEST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8 - MAJEST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8 - MAJESTY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8 - MAJESTY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8 - MAJESTY - VERSE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8 - MAJESTY - VERSE 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8 - MAJESTY - VERSE 1.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8 - MAJESTY - VERSE 1.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8 - MAJESTY - VERSE 1.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