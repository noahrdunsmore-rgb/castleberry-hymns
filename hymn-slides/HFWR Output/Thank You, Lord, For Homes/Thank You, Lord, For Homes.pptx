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2 - THANK YOU, LORD, FOR HOM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2 - THANK YOU, LORD, FOR HOM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2 - THANK YOU, LORD, FOR HOM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2 - THANK YOU, LORD, FOR HOME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2 - THANK YOU, LORD, FOR HOME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2 - THANK YOU, LORD, FOR HOM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2 - THANK YOU, LORD, FOR HOM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2 - THANK YOU, LORD, FOR HOME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2 - THANK YOU, LORD, FOR HOME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2 - THANK YOU, LORD, FOR HOME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2 - THANK YOU, LORD, FOR HOME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2 - THANK YOU, LORD, FOR HOME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2 - THANK YOU, LORD, FOR HOME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2 - THANK YOU, LORD, FOR HOME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2 - THANK YOU, LORD, FOR HOME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2 - THANK YOU, LORD, FOR HOMES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02 - THANK YOU, LORD, FOR HOMES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