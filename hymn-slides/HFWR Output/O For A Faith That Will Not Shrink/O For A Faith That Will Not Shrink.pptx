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1 - O FOR A FAITH THAT WILL NOT SHRIN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1 - O FOR A FAITH THAT WILL NOT SHRIN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1 - O FOR A FAITH THAT WILL NOT SHRIN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1 - O FOR A FAITH THAT WILL NOT SHRIN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1 - O FOR A FAITH THAT WILL NOT SHRIN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1 - O FOR A FAITH THAT WILL NOT SHRINK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1 - O FOR A FAITH THAT WILL NOT SHRINK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