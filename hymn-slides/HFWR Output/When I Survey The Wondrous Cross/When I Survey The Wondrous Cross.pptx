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9 - WHEN I SURVEY THE WONDROUS CRO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9 - WHEN I SURVEY THE WONDROUS CRO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9 - WHEN I SURVEY THE WONDROUS CRO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9 - WHEN I SURVEY THE WONDROUS CRO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9 - WHEN I SURVEY THE WONDROUS CRO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9 - WHEN I SURVEY THE WONDROUS CRO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9 - WHEN I SURVEY THE WONDROUS CRO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9 - WHEN I SURVEY THE WONDROUS CROS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9 - WHEN I SURVEY THE WONDROUS CROS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