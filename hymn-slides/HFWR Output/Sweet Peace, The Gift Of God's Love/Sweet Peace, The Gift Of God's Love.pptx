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8 - SWEET PEACE, THE GIFT OF GOD'S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