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5 - COME, THOU ALMIGHTY K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5 - COME, THOU ALMIGHTY K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5 - COME, THOU ALMIGHTY K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5 - COME, THOU ALMIGHTY KING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5 - COME, THOU ALMIGHTY K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5 - COME, THOU ALMIGHTY K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5 - COME, THOU ALMIGHTY KING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5 - COME, THOU ALMIGHTY KI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5 - COME, THOU ALMIGHTY KI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5 - COME, THOU ALMIGHTY KING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