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 - TAKE MY LIFE, O FATHER, MOLD I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 - TAKE MY LIFE, O FATHER, MOLD I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 - TAKE MY LIFE, O FATHER, MOLD I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 - TAKE MY LIFE, O FATHER, MOLD I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 - TAKE MY LIFE, O FATHER, MOLD I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 - TAKE MY LIFE, O FATHER, MOLD I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 - TAKE MY LIFE, O FATHER, MOLD I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