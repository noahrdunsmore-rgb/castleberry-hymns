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3 - THE NINETY AND NINE - VERSE 5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