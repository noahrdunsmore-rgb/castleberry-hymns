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3.png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4.png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5.png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6.png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7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TITLE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1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1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1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1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2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2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2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2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3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3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3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VERSE 3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CHORUS.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CHORUS.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CHORUS.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380 - IT WON'T BE VERY LONG - CHORUS.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