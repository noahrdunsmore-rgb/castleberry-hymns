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0 - ONE STEP AT A TI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0 - ONE STEP AT A TI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0 - ONE STEP AT A TI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0 - ONE STEP AT A TI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0 - ONE STEP AT A TI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0 - ONE STEP AT A TI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0 - ONE STEP AT A TI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0 - ONE STEP AT A TIM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0 - ONE STEP AT A TIM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