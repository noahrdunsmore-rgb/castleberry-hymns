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6 - THE ONLY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6 - THE ONLY 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6 - THE ONLY 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6 - THE ONLY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6 - THE ONLY 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6 - THE ONLY W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6 - THE ONLY W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6 - THE ONLY W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6 - THE ONLY W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