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8 - TAKE TIME TO BE HOL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8 - TAKE TIME TO BE HOL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8 - TAKE TIME TO BE HOL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8 - TAKE TIME TO BE HOL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8 - TAKE TIME TO BE HOL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8 - TAKE TIME TO BE HOL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8 - TAKE TIME TO BE HOL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8 - TAKE TIME TO BE HOL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8 - TAKE TIME TO BE HOL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8 - TAKE TIME TO BE HOLY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