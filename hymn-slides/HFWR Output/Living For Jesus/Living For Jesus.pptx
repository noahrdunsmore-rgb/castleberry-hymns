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2 - LIVING FOR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2 - LIVING FOR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2 - LIVING FOR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2 - LIVING FOR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2 - LIVING FOR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2 - LIVING FOR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2 - LIVING FOR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2 - LIVING FOR JESU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2 - LIVING FOR JESU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2 - LIVING FOR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2 - LIVING FOR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2 - LIVING FOR JESU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2 - LIVING FOR JESUS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