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43 - GLORIOUS THINGS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43 - GLORIOUS THINGS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43 - GLORIOUS THINGS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43 - GLORIOUS THINGS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43 - GLORIOUS THINGS - VERSE 1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43 - GLORIOUS THINGS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43 - GLORIOUS THINGS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43 - GLORIOUS THINGS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43 - GLORIOUS THINGS - VERSE 2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43 - GLORIOUS THINGS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43 - GLORIOUS THINGS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43 - GLORIOUS THINGS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43 - GLORIOUS THINGS - VERSE 3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