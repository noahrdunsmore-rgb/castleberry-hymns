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3 - HEAVEN CAME DOW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3 - HEAVEN CAME DOW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3 - HEAVEN CAME DOW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3 - HEAVEN CAME DOWN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3 - HEAVEN CAME DOWN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3 - HEAVEN CAME DOW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3 - HEAVEN CAME DOW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3 - HEAVEN CAME DOWN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3 - HEAVEN CAME DOWN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3 - HEAVEN CAME DOWN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3 - HEAVEN CAME DOWN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3 - HEAVEN CAME DOWN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3 - HEAVEN CAME DOWN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