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97 - O FOR A CLOSER WALK WITH GOD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97 - O FOR A CLOSER WALK WITH GOD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97 - O FOR A CLOSER WALK WITH GOD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97 - O FOR A CLOSER WALK WITH GOD - VERSE 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97 - O FOR A CLOSER WALK WITH GOD - VERSE 2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97 - O FOR A CLOSER WALK WITH GOD - VERSE 3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97 - O FOR A CLOSER WALK WITH GOD - VERSE 3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97 - O FOR A CLOSER WALK WITH GOD - VERSE 4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97 - O FOR A CLOSER WALK WITH GOD - VERSE 4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