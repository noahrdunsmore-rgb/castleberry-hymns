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91 - SAVIOR, LIKE A SHEPHERD LEAD US - VERSE 4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