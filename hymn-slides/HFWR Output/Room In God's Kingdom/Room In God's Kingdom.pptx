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0 - ROOM IN GOD'S KINGDOM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0 - ROOM IN GOD'S KINGDOM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0 - ROOM IN GOD'S KINGDO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0 - ROOM IN GOD'S KINGDOM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0 - ROOM IN GOD'S KINGDOM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0 - ROOM IN GOD'S KINGDOM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0 - ROOM IN GOD'S KINGDOM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0 - ROOM IN GOD'S KINGDOM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0 - ROOM IN GOD'S KINGDOM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0 - ROOM IN GOD'S KINGDOM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0 - ROOM IN GOD'S KINGDOM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0 - ROOM IN GOD'S KINGDOM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0 - ROOM IN GOD'S KINGDOM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