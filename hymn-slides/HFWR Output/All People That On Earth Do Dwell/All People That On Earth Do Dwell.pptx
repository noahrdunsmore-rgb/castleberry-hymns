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7 - ALL PEOPLE THAT ON EARTH DO DWEL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7 - ALL PEOPLE THAT ON EARTH DO DWEL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7 - ALL PEOPLE THAT ON EARTH DO DWEL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7 - ALL PEOPLE THAT ON EARTH DO DWEL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7 - ALL PEOPLE THAT ON EARTH DO DWEL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7 - ALL PEOPLE THAT ON EARTH DO DWEL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7 - ALL PEOPLE THAT ON EARTH DO DWEL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7 - ALL PEOPLE THAT ON EARTH DO DWELL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7 - ALL PEOPLE THAT ON EARTH DO DWELL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