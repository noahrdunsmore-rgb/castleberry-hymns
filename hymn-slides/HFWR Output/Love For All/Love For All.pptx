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2 - LOVE FOR ALL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2 - LOVE FOR ALL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2 - LOVE FOR ALL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2 - LOVE FOR ALL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2 - LOVE FOR ALL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2 - LOVE FOR ALL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2 - LOVE FOR ALL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2 - LOVE FOR ALL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2 - LOVE FOR ALL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2 - LOVE FOR ALL - VERSE 5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2 - LOVE FOR ALL - VERSE 5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