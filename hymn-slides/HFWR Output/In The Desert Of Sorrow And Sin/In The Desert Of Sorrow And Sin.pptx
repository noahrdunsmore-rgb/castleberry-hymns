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 - IN THE DESERT OF SORROW AND SI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