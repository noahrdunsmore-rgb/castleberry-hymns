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6 - EACH STEP OF THE W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6 - EACH STEP OF THE W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6 - EACH STEP OF THE W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6 - EACH STEP OF THE WA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6 - EACH STEP OF THE WA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6 - EACH STEP OF THE W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6 - EACH STEP OF THE W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6 - EACH STEP OF THE WA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6 - EACH STEP OF THE WA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6 - EACH STEP OF THE WA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6 - EACH STEP OF THE WA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6 - EACH STEP OF THE WA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6 - EACH STEP OF THE WAY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