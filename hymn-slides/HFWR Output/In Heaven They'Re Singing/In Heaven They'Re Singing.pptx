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9 - IN HEAVEN THEY'RE SING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9 - IN HEAVEN THEY'RE SING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9 - IN HEAVEN THEY'RE SING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9 - IN HEAVEN THEY'RE SING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9 - IN HEAVEN THEY'RE SING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9 - IN HEAVEN THEY'RE SING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9 - IN HEAVEN THEY'RE SING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9 - IN HEAVEN THEY'RE SING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9 - IN HEAVEN THEY'RE SING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