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3 - GOD IS THE FOUNTAI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3 - GOD IS THE FOUNTAI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3 - GOD IS THE FOUNTAI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3 - GOD IS THE FOUNTAIN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3 - GOD IS THE FOUNTAI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3 - GOD IS THE FOUNTAI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3 - GOD IS THE FOUNTAIN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3 - GOD IS THE FOUNTAI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3 - GOD IS THE FOUNTAI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3 - GOD IS THE FOUNTAIN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