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9 - GLORY TO GOD - VERSE 3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