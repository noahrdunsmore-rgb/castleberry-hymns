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7 - WOUNDED FOR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7 - WOUNDED FOR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7 - WOUNDED FOR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7 - WOUNDED FOR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7 - WOUNDED FOR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7 - WOUNDED FOR 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7 - WOUNDED FOR 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7 - WOUNDED FOR M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7 - WOUNDED FOR M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7 - WOUNDED FOR ME - VERSE 5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7 - WOUNDED FOR ME - VERSE 5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