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0 - AS THE LIFE OF A FLOW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