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 - OUR KING IMMANUE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 - OUR KING IMMANUE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 - OUR KING IMMANUE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 - OUR KING IMMANUEL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 - OUR KING IMMANUEL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 - OUR KING IMMANUE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 - OUR KING IMMANUE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 - OUR KING IMMANUEL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 - OUR KING IMMANUEL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 - OUR KING IMMANUE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 - OUR KING IMMANUE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 - OUR KING IMMANUEL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 - OUR KING IMMANUEL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 - OUR KING IMMANUEL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 - OUR KING IMMANUEL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 - OUR KING IMMANUEL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 - OUR KING IMMANUEL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 - OUR KING IMMANUEL - CHORUS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