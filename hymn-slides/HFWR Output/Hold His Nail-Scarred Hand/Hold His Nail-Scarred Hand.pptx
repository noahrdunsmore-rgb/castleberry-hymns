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6 - HOLD HIS NAIL-SCARRED HAND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