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0 - ONE D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0 - ONE D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0 - ONE D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0 - ONE DA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0 - ONE DA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0 - ONE D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0 - ONE D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0 - ONE DA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0 - ONE DA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0 - ONE D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0 - ONE D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0 - ONE DA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0 - ONE DAY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0 - ONE DAY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0 - ONE DAY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0 - ONE DAY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0 - ONE DAY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0 - ONE DA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0 - ONE DA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0 - ONE DA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0 - ONE DAY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