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9 - MAY THE GRACE OF CHRIST OUR SAVIO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9 - MAY THE GRACE OF CHRIST OUR SAVIO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9 - MAY THE GRACE OF CHRIST OUR SAVIO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9 - MAY THE GRACE OF CHRIST OUR SAVIO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9 - MAY THE GRACE OF CHRIST OUR SAVIO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9 - MAY THE GRACE OF CHRIST OUR SAVIOR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