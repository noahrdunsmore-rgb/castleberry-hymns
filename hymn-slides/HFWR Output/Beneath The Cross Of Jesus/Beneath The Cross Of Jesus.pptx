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8 - BENEATH THE CROSS OF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8 - BENEATH THE CROSS OF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8 - BENEATH THE CROSS OF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8 - BENEATH THE CROSS OF JESU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8 - BENEATH THE CROSS OF JESU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8 - BENEATH THE CROSS OF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8 - BENEATH THE CROSS OF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8 - BENEATH THE CROSS OF JESU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8 - BENEATH THE CROSS OF JESU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8 - BENEATH THE CROSS OF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8 - BENEATH THE CROSS OF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8 - BENEATH THE CROSS OF JESU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8 - BENEATH THE CROSS OF JESUS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