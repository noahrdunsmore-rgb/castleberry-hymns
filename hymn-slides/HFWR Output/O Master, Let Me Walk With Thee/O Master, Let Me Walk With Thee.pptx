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5 - O MASTER, LET ME WALK WITH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5 - O MASTER, LET ME WALK WITH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5 - O MASTER, LET ME WALK WITH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5 - O MASTER, LET ME WALK WITH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5 - O MASTER, LET ME WALK WITH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5 - O MASTER, LET ME WALK WITH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5 - O MASTER, LET ME WALK WITH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5 - O MASTER, LET ME WALK WITH THE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5 - O MASTER, LET ME WALK WITH THE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