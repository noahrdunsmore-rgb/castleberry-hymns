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3 - JESUS, NAME ABOVE ALL NAM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3 - JESUS, NAME ABOVE ALL NAM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3 - JESUS, NAME ABOVE ALL NAM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3 - JESUS, NAME ABOVE ALL NAME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3 - JESUS, NAME ABOVE ALL NAM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3 - JESUS, NAME ABOVE ALL NAM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3 - JESUS, NAME ABOVE ALL NAME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