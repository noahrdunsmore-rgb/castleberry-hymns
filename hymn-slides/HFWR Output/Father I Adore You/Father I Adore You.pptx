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5 - FATHER I ADORE Y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5 - FATHER I ADORE Y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5 - FATHER I ADORE YOU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5 - FATHER I ADORE YOU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