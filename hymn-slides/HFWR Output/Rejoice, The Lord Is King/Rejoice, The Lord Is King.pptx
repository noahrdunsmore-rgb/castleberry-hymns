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3 - REJOICE, THE LORD IS K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3 - REJOICE, THE LORD IS K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3 - REJOICE, THE LORD IS K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3 - REJOICE, THE LORD IS K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3 - REJOICE, THE LORD IS K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3 - REJOICE, THE LORD IS K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3 - REJOICE, THE LORD IS KI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3 - REJOICE, THE LORD IS K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3 - REJOICE, THE LORD IS K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3 - REJOICE, THE LORD IS KI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3 - REJOICE, THE LORD IS KI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