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0 - WE'RE MARCHING TO ZION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0 - WE'RE MARCHING TO ZION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0 - WE'RE MARCHING TO ZION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0 - WE'RE MARCHING TO ZION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0 - WE'RE MARCHING TO ZION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0 - WE'RE MARCHING TO ZION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0 - WE'RE MARCHING TO ZION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0 - WE'RE MARCHING TO ZION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0 - WE'RE MARCHING TO ZION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0 - WE'RE MARCHING TO ZION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0 - WE'RE MARCHING TO ZION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0 - WE'RE MARCHING TO ZION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