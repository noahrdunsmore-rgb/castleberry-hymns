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9 - MAY THE MIND OF CHRIST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9 - MAY THE MIND OF CHRIST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9 - MAY THE MIND OF CHRIST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9 - MAY THE MIND OF CHRIST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9 - MAY THE MIND OF CHRIST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9 - MAY THE MIND OF CHRIST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9 - MAY THE MIND OF CHRIST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9 - MAY THE MIND OF CHRIST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9 - MAY THE MIND OF CHRIST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9 - MAY THE MIND OF CHRIST - VERSE 5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9 - MAY THE MIND OF CHRIST - VERSE 5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9 - MAY THE MIND OF CHRIST - CODA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