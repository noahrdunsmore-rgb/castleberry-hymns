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 - GOD BLESS YOU, GO WITH GOD - VERSE 1.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