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4 - HE GAVE ME A SONG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4 - HE GAVE ME A SONG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4 - HE GAVE ME A SONG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4 - HE GAVE ME A SONG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4 - HE GAVE ME A SONG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4 - HE GAVE ME A SONG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4 - HE GAVE ME A SONG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4 - HE GAVE ME A SONG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4 - HE GAVE ME A SONG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4 - HE GAVE ME A SONG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4 - HE GAVE ME A SONG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4 - HE GAVE ME A SONG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4 - HE GAVE ME A SONG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4 - HE GAVE ME A SONG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4 - HE GAVE ME A SONG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4 - HE GAVE ME A SONG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64 - HE GAVE ME A SONG - CHORUS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