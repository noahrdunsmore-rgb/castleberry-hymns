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7 - ARE YOU WASHED IN THE BLO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7 - ARE YOU WASHED IN THE BLO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7 - ARE YOU WASHED IN THE BLO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7 - ARE YOU WASHED IN THE BLOO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7 - ARE YOU WASHED IN THE BLOO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7 - ARE YOU WASHED IN THE BLO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7 - ARE YOU WASHED IN THE BLO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7 - ARE YOU WASHED IN THE BLOO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7 - ARE YOU WASHED IN THE BLOO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7 - ARE YOU WASHED IN THE BLO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7 - ARE YOU WASHED IN THE BLO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7 - ARE YOU WASHED IN THE BLOO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7 - ARE YOU WASHED IN THE BLOO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7 - ARE YOU WASHED IN THE BLOO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7 - ARE YOU WASHED IN THE BLOO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7 - ARE YOU WASHED IN THE BLOO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7 - ARE YOU WASHED IN THE BLOOD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