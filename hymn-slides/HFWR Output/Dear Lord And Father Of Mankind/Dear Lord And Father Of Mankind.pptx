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1 - DEAR LORD AND FATHER OF MANKIND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1 - DEAR LORD AND FATHER OF MANKIND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1 - DEAR LORD AND FATHER OF MANKIND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1 - DEAR LORD AND FATHER OF MANKIND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1 - DEAR LORD AND FATHER OF MANKIND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1 - DEAR LORD AND FATHER OF MANKIND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1 - DEAR LORD AND FATHER OF MANKIND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1 - DEAR LORD AND FATHER OF MANKIND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1 - DEAR LORD AND FATHER OF MANKIND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1 - DEAR LORD AND FATHER OF MANKIND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1 - DEAR LORD AND FATHER OF MANKIND - VERSE 4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1 - DEAR LORD AND FATHER OF MANKIND - VERSE 4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1 - DEAR LORD AND FATHER OF MANKIND - VERSE 4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