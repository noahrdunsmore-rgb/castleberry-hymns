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8 - O SAVIOR, LET ME WALK WITH THE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8 - O SAVIOR, LET ME WALK WITH THE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8 - O SAVIOR, LET ME WALK WITH THE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8 - O SAVIOR, LET ME WALK WITH THE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8 - O SAVIOR, LET ME WALK WITH THE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8 - O SAVIOR, LET ME WALK WITH THE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8 - O SAVIOR, LET ME WALK WITH THE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8 - O SAVIOR, LET ME WALK WITH THEE - CODA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