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8 - GOD SHALL WIPE AWAY ALL TEAR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8 - GOD SHALL WIPE AWAY ALL TEAR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8 - GOD SHALL WIPE AWAY ALL TEAR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8 - GOD SHALL WIPE AWAY ALL TEAR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8 - GOD SHALL WIPE AWAY ALL TEAR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8 - GOD SHALL WIPE AWAY ALL TEAR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8 - GOD SHALL WIPE AWAY ALL TEAR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8 - GOD SHALL WIPE AWAY ALL TEAR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8 - GOD SHALL WIPE AWAY ALL TEAR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8 - GOD SHALL WIPE AWAY ALL TEAR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8 - GOD SHALL WIPE AWAY ALL TEAR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8 - GOD SHALL WIPE AWAY ALL TEAR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8 - GOD SHALL WIPE AWAY ALL TEARS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