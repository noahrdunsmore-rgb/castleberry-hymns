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0 - DARE TO STAND LIKE JOSHUA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