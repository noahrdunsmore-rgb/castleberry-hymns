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 - O GOD, OUR HELP IN AGES PA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 - O GOD, OUR HELP IN AGES PA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 - O GOD, OUR HELP IN AGES PA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 - O GOD, OUR HELP IN AGES PA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 - O GOD, OUR HELP IN AGES PA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 - O GOD, OUR HELP IN AGES PAS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 - O GOD, OUR HELP IN AGES PAS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 - O GOD, OUR HELP IN AGES PAS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 - O GOD, OUR HELP IN AGES PAS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