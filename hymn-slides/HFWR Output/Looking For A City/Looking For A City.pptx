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1 - LOOKING FOR A CIT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1 - LOOKING FOR A CIT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1 - LOOKING FOR A CIT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1 - LOOKING FOR A CITY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1 - LOOKING FOR A CITY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1 - LOOKING FOR A CIT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1 - LOOKING FOR A CIT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1 - LOOKING FOR A CITY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1 - LOOKING FOR A CITY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1 - LOOKING FOR A CITY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1 - LOOKING FOR A CITY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1 - LOOKING FOR A CITY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1 - LOOKING FOR A CITY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1 - LOOKING FOR A CITY - CHORUS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1 - LOOKING FOR A CITY - CHORUS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1 - LOOKING FOR A CITY - CHORUS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1 - LOOKING FOR A CITY - CHORUS.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