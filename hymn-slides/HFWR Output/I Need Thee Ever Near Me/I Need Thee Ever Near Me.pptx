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 - I NEED THEE EVER NEAR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 - I NEED THEE EVER NEAR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 - I NEED THEE EVER NEAR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 - I NEED THEE EVER NEAR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 - I NEED THEE EVER NEAR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 - I NEED THEE EVER NEAR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 - I NEED THEE EVER NEAR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 - I NEED THEE EVER NEAR 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 - I NEED THEE EVER NEAR 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 - I NEED THEE EVER NEAR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 - I NEED THEE EVER NEAR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