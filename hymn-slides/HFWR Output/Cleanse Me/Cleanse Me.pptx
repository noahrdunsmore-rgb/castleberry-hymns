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8 - CLEANSE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8 - CLEANSE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8 - CLEANSE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8 - CLEANSE M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8 - CLEANSE M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8 - CLEANSE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8 - CLEANSE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8 - CLEANSE M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8 - CLEANSE M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8 - CLEANSE 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8 - CLEANSE 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8 - CLEANSE M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8 - CLEANSE M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8 - CLEANSE M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8 - CLEANSE M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8 - CLEANSE ME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8 - CLEANSE ME - VERSE 4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