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 - HE IS IN OUR MID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 - HE IS IN OUR MID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 - HE IS IN OUR MID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 - HE IS IN OUR MID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 - HE IS IN OUR MID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 - HE IS IN OUR MIDS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 - HE IS IN OUR MIDS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 - HE IS IN OUR MIDS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