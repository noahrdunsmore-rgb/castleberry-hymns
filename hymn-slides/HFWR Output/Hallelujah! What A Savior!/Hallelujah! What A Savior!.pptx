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1 - HALLELUJAH! WHAT A SAVIOR!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1 - HALLELUJAH! WHAT A SAVIOR!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1 - HALLELUJAH! WHAT A SAVIOR!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1 - HALLELUJAH! WHAT A SAVIOR!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1 - HALLELUJAH! WHAT A SAVIOR!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1 - HALLELUJAH! WHAT A SAVIOR!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1 - HALLELUJAH! WHAT A SAVIOR!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1 - HALLELUJAH! WHAT A SAVIOR!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1 - HALLELUJAH! WHAT A SAVIOR!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1 - HALLELUJAH! WHAT A SAVIOR! - VERSE 5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1 - HALLELUJAH! WHAT A SAVIOR! - VERSE 5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