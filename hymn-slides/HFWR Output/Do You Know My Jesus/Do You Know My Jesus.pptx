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0 - DO YOU KNOW MY JES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0 - DO YOU KNOW MY JES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0 - DO YOU KNOW MY JES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0 - DO YOU KNOW MY JES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0 - DO YOU KNOW MY JES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0 - DO YOU KNOW MY JESU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0 - DO YOU KNOW MY JESU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0 - DO YOU KNOW MY JESU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0 - DO YOU KNOW MY JESU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0 - DO YOU KNOW MY JESUS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