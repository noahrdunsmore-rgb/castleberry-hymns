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 - HOW GOOD IS THE GOD WE ADO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