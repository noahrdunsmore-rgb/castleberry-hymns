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6 - HOW FIRM A FOUNDATIO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6 - HOW FIRM A FOUNDATIO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6 - HOW FIRM A FOUNDATIO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6 - HOW FIRM A FOUNDATIO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6 - HOW FIRM A FOUNDATION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6 - HOW FIRM A FOUNDATIO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6 - HOW FIRM A FOUNDATIO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6 - HOW FIRM A FOUNDATION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6 - HOW FIRM A FOUNDATION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6 - HOW FIRM A FOUNDATIO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6 - HOW FIRM A FOUNDATIO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6 - HOW FIRM A FOUNDATION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6 - HOW FIRM A FOUNDATION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