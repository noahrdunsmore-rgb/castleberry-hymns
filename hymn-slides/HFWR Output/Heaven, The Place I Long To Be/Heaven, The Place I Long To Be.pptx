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9 - HEAVEN, THE PLACE I LONG TO B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9 - HEAVEN, THE PLACE I LONG TO B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9 - HEAVEN, THE PLACE I LONG TO B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9 - HEAVEN, THE PLACE I LONG TO B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9 - HEAVEN, THE PLACE I LONG TO B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9 - HEAVEN, THE PLACE I LONG TO B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9 - HEAVEN, THE PLACE I LONG TO B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9 - HEAVEN, THE PLACE I LONG TO BE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9 - HEAVEN, THE PLACE I LONG TO B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9 - HEAVEN, THE PLACE I LONG TO B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9 - HEAVEN, THE PLACE I LONG TO B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9 - HEAVEN, THE PLACE I LONG TO BE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9 - HEAVEN, THE PLACE I LONG TO BE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9 - HEAVEN, THE PLACE I LONG TO BE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9 - HEAVEN, THE PLACE I LONG TO BE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