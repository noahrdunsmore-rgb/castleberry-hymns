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9 - HOW SWEET, HOW HEAVENL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9 - HOW SWEET, HOW HEAVENL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9 - HOW SWEET, HOW HEAVENL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9 - HOW SWEET, HOW HEAVENL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9 - HOW SWEET, HOW HEAVENL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9 - HOW SWEET, HOW HEAVENL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9 - HOW SWEET, HOW HEAVENL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9 - HOW SWEET, HOW HEAVENLY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9 - HOW SWEET, HOW HEAVENLY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9 - HOW SWEET, HOW HEAVENLY - VERSE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9 - HOW SWEET, HOW HEAVENLY - VERSE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