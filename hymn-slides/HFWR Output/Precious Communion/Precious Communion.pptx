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2 - PRECIOUS COMMUNI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2 - PRECIOUS COMMUNI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2 - PRECIOUS COMMUNI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2 - PRECIOUS COMMUNI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2 - PRECIOUS COMMUNI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2 - PRECIOUS COMMUNI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2 - PRECIOUS COMMUNI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2 - PRECIOUS COMMUNIO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2 - PRECIOUS COMMUNIO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