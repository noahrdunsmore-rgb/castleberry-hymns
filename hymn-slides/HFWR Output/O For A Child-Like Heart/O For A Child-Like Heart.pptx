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2 - O FOR A CHILD-LIKE HEAR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2 - O FOR A CHILD-LIKE HEAR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2 - O FOR A CHILD-LIKE HEAR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2 - O FOR A CHILD-LIKE HEAR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2 - O FOR A CHILD-LIKE HEAR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2 - O FOR A CHILD-LIKE HEAR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2 - O FOR A CHILD-LIKE HEAR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2 - O FOR A CHILD-LIKE HEAR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2 - O FOR A CHILD-LIKE HEAR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2 - O FOR A CHILD-LIKE HEAR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02 - O FOR A CHILD-LIKE HEAR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