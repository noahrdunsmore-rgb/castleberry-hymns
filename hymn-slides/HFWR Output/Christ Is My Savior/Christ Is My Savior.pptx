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5 - CHRIST IS MY SAVIO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5 - CHRIST IS MY SAVIO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5 - CHRIST IS MY SAVIO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5 - CHRIST IS MY SAVIO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5 - CHRIST IS MY SAVIO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5 - CHRIST IS MY SAVIO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5 - CHRIST IS MY SAVIO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5 - CHRIST IS MY SAVIOR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5 - CHRIST IS MY SAVIOR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5 - CHRIST IS MY SAVIOR - VERSE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5 - CHRIST IS MY SAVIOR - VERSE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