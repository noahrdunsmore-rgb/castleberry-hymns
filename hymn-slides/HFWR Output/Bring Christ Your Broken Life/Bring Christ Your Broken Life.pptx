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22 - BRING CHRIST YOUR BROKEN LIFE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22 - BRING CHRIST YOUR BROKEN LIFE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22 - BRING CHRIST YOUR BROKEN LIFE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22 - BRING CHRIST YOUR BROKEN LIFE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22 - BRING CHRIST YOUR BROKEN LIFE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22 - BRING CHRIST YOUR BROKEN LIFE - VERSE 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22 - BRING CHRIST YOUR BROKEN LIFE - VERSE 3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