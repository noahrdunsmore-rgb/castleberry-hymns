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4 - IT IS TIME TO BUIL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4 - IT IS TIME TO BUIL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4 - IT IS TIME TO BUIL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4 - IT IS TIME TO BUILD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4 - IT IS TIME TO BUIL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4 - IT IS TIME TO BUIL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4 - IT IS TIME TO BUILD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4 - IT IS TIME TO BUIL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4 - IT IS TIME TO BUIL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4 - IT IS TIME TO BUILD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4 - IT IS TIME TO BUILD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4 - IT IS TIME TO BUILD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4 - IT IS TIME TO BUILD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