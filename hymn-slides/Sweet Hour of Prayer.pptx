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Title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- 1.1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- 1.2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- 1.3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- 1.4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End of Verse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- 2.1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- 2.2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- 2.3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- 2.4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End of Verse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- 3.1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- 3.2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- 3.3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073 - Sweet Hour Of Prayer - 3.4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3200" y="6187758"/>
            <a:ext cx="117856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End of Song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8400" y="5781358"/>
            <a:ext cx="22352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CCLI #21593236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