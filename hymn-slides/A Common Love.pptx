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87 - A COMMON LOV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87 - A COMMON LOVE - 1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87 - A COMMON LOVE -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87 - A COMMON LOVE -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87 - A COMMON LOVE - 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87 - A COMMON LOVE -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87 - A COMMON LOVE -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87 - A COMMON LOVE -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87 - A COMMON LOVE -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87 - A COMMON LOVE - 2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