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806 - SING HALLELUJAH TO THE LOR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806 - SING HALLELUJAH TO THE LORD - 1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806 - SING HALLELUJAH TO THE LORD -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806 - SING HALLELUJAH TO THE LORD -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806 - SING HALLELUJAH TO THE LORD -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806 - SING HALLELUJAH TO THE LORD -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806 - SING HALLELUJAH TO THE LORD - 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806 - SING HALLELUJAH TO THE LORD -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806 - SING HALLELUJAH TO THE LORD -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806 - SING HALLELUJAH TO THE LORD -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806 - SING HALLELUJAH TO THE LORD - 3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806 - SING HALLELUJAH TO THE LORD -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806 - SING HALLELUJAH TO THE LORD -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806 - SING HALLELUJAH TO THE LORD -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806 - SING HALLELUJAH TO THE LORD - 4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806 - SING HALLELUJAH TO THE LORD -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806 - SING HALLELUJAH TO THE LORD -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806 - SING HALLELUJAH TO THE LORD -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806 - SING HALLELUJAH TO THE LORD - 5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806 - SING HALLELUJAH TO THE LORD - 5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806 - SING HALLELUJAH TO THE LORD - 5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806 - SING HALLELUJAH TO THE LORD - 5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806 - SING HALLELUJAH TO THE LORD - 6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806 - SING HALLELUJAH TO THE LORD - 6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806 - SING HALLELUJAH TO THE LORD - 6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806 - SING HALLELUJAH TO THE LORD - 6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