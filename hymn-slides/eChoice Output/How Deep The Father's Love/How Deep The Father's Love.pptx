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687 - HOW DEEP THE FATHER'S LOV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687 - HOW DEEP THE FATHER'S LOVE -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687 - HOW DEEP THE FATHER'S LOVE -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687 - HOW DEEP THE FATHER'S LOVE -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687 - HOW DEEP THE FATHER'S LOVE -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687 - HOW DEEP THE FATHER'S LOVE -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687 - HOW DEEP THE FATHER'S LOVE -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687 - HOW DEEP THE FATHER'S LOVE -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687 - HOW DEEP THE FATHER'S LOVE -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687 - HOW DEEP THE FATHER'S LOVE -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687 - HOW DEEP THE FATHER'S LOVE -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687 - HOW DEEP THE FATHER'S LOVE -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20687 - HOW DEEP THE FATHER'S LOVE -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