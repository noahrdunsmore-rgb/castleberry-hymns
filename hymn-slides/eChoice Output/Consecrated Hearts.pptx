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66 - CONSECRATED HEART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66 - CONSECRATED HEARTS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66 - CONSECRATED HEARTS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66 - CONSECRATED HEARTS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66 - CONSECRATED HEARTS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66 - CONSECRATED HEARTS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66 - CONSECRATED HEARTS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66 - CONSECRATED HEARTS -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766 - CONSECRATED HEARTS -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