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014A - AWESOME GO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014A - AWESOME GOD -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014A - AWESOME GOD -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014A - AWESOME GOD -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014A - AWESOME GOD -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014A - AWESOME GOD -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014A - AWESOME GOD -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014A - AWESOME GOD -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014A - AWESOME GOD - 5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014A - AWESOME GOD - 5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014A - AWESOME GOD - 5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014A - AWESOME GOD - 5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