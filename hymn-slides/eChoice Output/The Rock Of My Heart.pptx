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4 - THE ROCK OF MY HEAR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4 - THE ROCK OF MY HEART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4 - THE ROCK OF MY HEART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4 - THE ROCK OF MY HEART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4 - THE ROCK OF MY HEART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4 - THE ROCK OF MY HEART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4 - THE ROCK OF MY HEART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4 - THE ROCK OF MY HEAR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4 - THE ROCK OF MY HEAR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64 - THE ROCK OF MY HEAR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