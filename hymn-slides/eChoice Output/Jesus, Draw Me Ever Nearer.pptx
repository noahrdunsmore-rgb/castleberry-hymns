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34 - JESUS, DRAW ME EVER NEAR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