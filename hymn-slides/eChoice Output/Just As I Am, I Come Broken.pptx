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3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3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3.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3.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03 - JUST AS I AM, I COME BROKEN - 3.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