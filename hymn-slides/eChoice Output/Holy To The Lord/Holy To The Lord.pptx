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57 - HOLY TO THE LOR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57 - HOLY TO THE LORD -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57 - HOLY TO THE LORD -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57 - HOLY TO THE LORD -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57 - HOLY TO THE LORD -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57 - HOLY TO THE LORD -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57 - HOLY TO THE LORD -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57 - HOLY TO THE LORD -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57 - HOLY TO THE LORD -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57 - HOLY TO THE LORD -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