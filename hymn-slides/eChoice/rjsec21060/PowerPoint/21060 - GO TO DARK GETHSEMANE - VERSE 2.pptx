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wRhZEPab1e"/>
    <p:sldId id="257" r:id="RHnXw6LkLKVD"/>
    <p:sldId id="258" r:id="RdvLpF7tU9i-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178" d="100"/>
          <a:sy n="178" d="100"/>
        </p:scale>
        <p:origin x="1176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wRhZEPab1e" Type="http://schemas.openxmlformats.org/officeDocument/2006/relationships/slide" Target="/ppt/slides/slide1.xml"/><Relationship Id="RHnXw6LkLKVD" Type="http://schemas.openxmlformats.org/officeDocument/2006/relationships/slide" Target="/ppt/slides/slide2.xml"/><Relationship Id="RdvLpF7tU9i-" Type="http://schemas.openxmlformats.org/officeDocument/2006/relationships/slide" Target="/ppt/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8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wRhZEPab1e" Type="http://schemas.openxmlformats.org/officeDocument/2006/relationships/slide" Target="/ppt/slides/slide1.xml"/><Relationship Id="RP9AXj5OOEpgnl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HnXw6LkLKVD" Type="http://schemas.openxmlformats.org/officeDocument/2006/relationships/slide" Target="/ppt/slides/slide2.xml"/><Relationship Id="RTKyIbW5moGgnl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dvLpF7tU9i-" Type="http://schemas.openxmlformats.org/officeDocument/2006/relationships/slide" Target="/ppt/slides/slide3.xml"/><Relationship Id="RZEs2viVaEj1nl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wRhZEPab1e" Type="http://schemas.openxmlformats.org/officeDocument/2006/relationships/image" Target="/ppt/media/media1.bin"/><Relationship Id="RyKjO_8ih2-mn" Type="http://schemas.openxmlformats.org/officeDocument/2006/relationships/notesSlide" Target="/ppt/notesSlides/notesSlide1.xml"/><Relationship Id="RQ-pTrMEHmnpl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HnXw6LkLKVD" Type="http://schemas.openxmlformats.org/officeDocument/2006/relationships/image" Target="/ppt/media/media2.bin"/><Relationship Id="RCu9F-AwTAqFn" Type="http://schemas.openxmlformats.org/officeDocument/2006/relationships/notesSlide" Target="/ppt/notesSlides/notesSlide2.xml"/><Relationship Id="R5hiAOp2fF7-l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dvLpF7tU9i-" Type="http://schemas.openxmlformats.org/officeDocument/2006/relationships/image" Target="/ppt/media/media3.bin"/><Relationship Id="RKphBX6-XleOn" Type="http://schemas.openxmlformats.org/officeDocument/2006/relationships/notesSlide" Target="/ppt/notesSlides/notesSlide3.xml"/><Relationship Id="Ro7a2Z1f1I-Pl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21060 - GO TO DARK GETHSEMANE - VERSE 2.0.png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wRhZEPab1e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48006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/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2635A587-2EF5-414F-80B5-71171EF587EA}"/>
              </a:ext>
            </a:extLst>
          </p:cNvPr>
          <p:cNvSpPr txBox="1"/>
          <p:nvPr/>
        </p:nvSpPr>
        <p:spPr>
          <a:xfrm>
            <a:off x="0" y="190482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/>
            </a:r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21060 - GO TO DARK GETHSEMANE - VERSE 2.1.png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HnXw6LkLKVD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48006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/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2635A587-2EF5-414F-80B5-71171EF587EA}"/>
              </a:ext>
            </a:extLst>
          </p:cNvPr>
          <p:cNvSpPr txBox="1"/>
          <p:nvPr/>
        </p:nvSpPr>
        <p:spPr>
          <a:xfrm>
            <a:off x="0" y="190482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/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21060 - GO TO DARK GETHSEMANE - VERSE 2.2.png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dvLpF7tU9i-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48006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/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2635A587-2EF5-414F-80B5-71171EF587EA}"/>
              </a:ext>
            </a:extLst>
          </p:cNvPr>
          <p:cNvSpPr txBox="1"/>
          <p:nvPr/>
        </p:nvSpPr>
        <p:spPr>
          <a:xfrm>
            <a:off x="0" y="190482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/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</Words>
  <Application>Microsoft Office PowerPoint</Application>
  <PresentationFormat>On-screen Show (16:9)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cp:lastModifiedBy>bryan.ellis@teksouth.com</cp:lastModifiedBy>
  <cp:revision>15</cp:revision>
  <dcterms:created xsi:type="dcterms:W3CDTF">2008-03-16T18:22:36Z</dcterms:created>
  <dcterms:modified xsi:type="dcterms:W3CDTF">2019-07-27T16:55:57Z</dcterms:modified>
</cp:coreProperties>
</file>