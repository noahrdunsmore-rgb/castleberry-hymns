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XgVwWpKgE8"/>
    <p:sldId id="257" r:id="Ro-4DFkI_Ob6"/>
    <p:sldId id="258" r:id="RAIsf9cCZCe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23" autoAdjust="0"/>
    <p:restoredTop sz="86325" autoAdjust="0"/>
  </p:normalViewPr>
  <p:slideViewPr>
    <p:cSldViewPr>
      <p:cViewPr varScale="1">
        <p:scale>
          <a:sx n="178" d="100"/>
          <a:sy n="178" d="100"/>
        </p:scale>
        <p:origin x="1176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971" y="-8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XgVwWpKgE8" Type="http://schemas.openxmlformats.org/officeDocument/2006/relationships/slide" Target="/ppt/slides/slide1.xml"/><Relationship Id="Ro-4DFkI_Ob6" Type="http://schemas.openxmlformats.org/officeDocument/2006/relationships/slide" Target="/ppt/slides/slide2.xml"/><Relationship Id="RAIsf9cCZCe3" Type="http://schemas.openxmlformats.org/officeDocument/2006/relationships/slide" Target="/ppt/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DE7A2-50D1-4400-88E2-5E32D940C051}" type="datetimeFigureOut">
              <a:rPr lang="en-US" smtClean="0"/>
              <a:pPr/>
              <a:t>2019-07-27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9F674F-5FF1-4C50-AE02-5B1470F93F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48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XgVwWpKgE8" Type="http://schemas.openxmlformats.org/officeDocument/2006/relationships/slide" Target="/ppt/slides/slide1.xml"/><Relationship Id="Ra4EX5eqNYJjnl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o-4DFkI_Ob6" Type="http://schemas.openxmlformats.org/officeDocument/2006/relationships/slide" Target="/ppt/slides/slide2.xml"/><Relationship Id="RyToQzXUnw8pnl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AIsf9cCZCe3" Type="http://schemas.openxmlformats.org/officeDocument/2006/relationships/slide" Target="/ppt/slides/slide3.xml"/><Relationship Id="RVwdX6WL19PBnl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0D04A-6EF7-4665-B131-E359AC6C5C6A}" type="datetimeFigureOut">
              <a:rPr lang="en-US" smtClean="0"/>
              <a:pPr/>
              <a:t>2019-07-27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0D04A-6EF7-4665-B131-E359AC6C5C6A}" type="datetimeFigureOut">
              <a:rPr lang="en-US" smtClean="0"/>
              <a:pPr/>
              <a:t>2019-07-27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XgVwWpKgE8" Type="http://schemas.openxmlformats.org/officeDocument/2006/relationships/image" Target="/ppt/media/media1.bin"/><Relationship Id="RXNR8VK7RAdJn" Type="http://schemas.openxmlformats.org/officeDocument/2006/relationships/notesSlide" Target="/ppt/notesSlides/notesSlide1.xml"/><Relationship Id="RBbjMj-dJ3u7l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o-4DFkI_Ob6" Type="http://schemas.openxmlformats.org/officeDocument/2006/relationships/image" Target="/ppt/media/media2.bin"/><Relationship Id="RlT3uTseFaiYn" Type="http://schemas.openxmlformats.org/officeDocument/2006/relationships/notesSlide" Target="/ppt/notesSlides/notesSlide2.xml"/><Relationship Id="RdGYYu4XkVV2l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AIsf9cCZCe3" Type="http://schemas.openxmlformats.org/officeDocument/2006/relationships/image" Target="/ppt/media/media3.bin"/><Relationship Id="RP_8AB9Wsuq3n" Type="http://schemas.openxmlformats.org/officeDocument/2006/relationships/notesSlide" Target="/ppt/notesSlides/notesSlide3.xml"/><Relationship Id="RaNq4s9yyQsCl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21060 - GO TO DARK GETHSEMANE - VERSE 4.0.png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XgVwWpKgE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48006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/>
            </a: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2635A587-2EF5-414F-80B5-71171EF587EA}"/>
              </a:ext>
            </a:extLst>
          </p:cNvPr>
          <p:cNvSpPr txBox="1"/>
          <p:nvPr/>
        </p:nvSpPr>
        <p:spPr>
          <a:xfrm>
            <a:off x="0" y="1904821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/>
              <a:t/>
            </a:r>
          </a:p>
        </p:txBody>
      </p:sp>
    </p:spTree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21060 - GO TO DARK GETHSEMANE - VERSE 4.1.png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o-4DFkI_Ob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48006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/>
            </a: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2635A587-2EF5-414F-80B5-71171EF587EA}"/>
              </a:ext>
            </a:extLst>
          </p:cNvPr>
          <p:cNvSpPr txBox="1"/>
          <p:nvPr/>
        </p:nvSpPr>
        <p:spPr>
          <a:xfrm>
            <a:off x="0" y="1904821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/>
              <a:t/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21060 - GO TO DARK GETHSEMANE - VERSE 4.2.png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AIsf9cCZCe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48006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/>
            </a: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2635A587-2EF5-414F-80B5-71171EF587EA}"/>
              </a:ext>
            </a:extLst>
          </p:cNvPr>
          <p:cNvSpPr txBox="1"/>
          <p:nvPr/>
        </p:nvSpPr>
        <p:spPr>
          <a:xfrm>
            <a:off x="0" y="1904821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/>
              <a:t/>
            </a:r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</Words>
  <Application>Microsoft Office PowerPoint</Application>
  <PresentationFormat>On-screen Show (16:9)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Title</vt:lpstr>
    </vt:vector>
  </TitlesOfParts>
  <Company>AQ2 Technologies, LLC.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Template</dc:title>
  <dc:creator>RJStevensMusic.com</dc:creator>
  <cp:lastModifiedBy>bryan.ellis@teksouth.com</cp:lastModifiedBy>
  <cp:revision>15</cp:revision>
  <dcterms:created xsi:type="dcterms:W3CDTF">2008-03-16T18:22:36Z</dcterms:created>
  <dcterms:modified xsi:type="dcterms:W3CDTF">2019-07-27T16:55:57Z</dcterms:modified>
</cp:coreProperties>
</file>