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4LSSwweApt"/>
    <p:sldId id="257" r:id="RpGi-LaVURHS"/>
    <p:sldId id="258" r:id="RME6NohKgeoD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178" d="100"/>
          <a:sy n="178" d="100"/>
        </p:scale>
        <p:origin x="1176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4LSSwweApt" Type="http://schemas.openxmlformats.org/officeDocument/2006/relationships/slide" Target="/ppt/slides/slide1.xml"/><Relationship Id="RpGi-LaVURHS" Type="http://schemas.openxmlformats.org/officeDocument/2006/relationships/slide" Target="/ppt/slides/slide2.xml"/><Relationship Id="RME6NohKgeoD" Type="http://schemas.openxmlformats.org/officeDocument/2006/relationships/slide" Target="/ppt/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8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4LSSwweApt" Type="http://schemas.openxmlformats.org/officeDocument/2006/relationships/slide" Target="/ppt/slides/slide1.xml"/><Relationship Id="RCbihxWaYNzvnl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pGi-LaVURHS" Type="http://schemas.openxmlformats.org/officeDocument/2006/relationships/slide" Target="/ppt/slides/slide2.xml"/><Relationship Id="RC9cCr-2ksdvnl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ME6NohKgeoD" Type="http://schemas.openxmlformats.org/officeDocument/2006/relationships/slide" Target="/ppt/slides/slide3.xml"/><Relationship Id="R9T-OODRnbConl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 smtClean="0"/>
              <a:pPr/>
              <a:t>2019-07-27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4LSSwweApt" Type="http://schemas.openxmlformats.org/officeDocument/2006/relationships/image" Target="/ppt/media/media1.bin"/><Relationship Id="RKpg-PhLbP5sn" Type="http://schemas.openxmlformats.org/officeDocument/2006/relationships/notesSlide" Target="/ppt/notesSlides/notesSlide1.xml"/><Relationship Id="RY_pLPGIcxECl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pGi-LaVURHS" Type="http://schemas.openxmlformats.org/officeDocument/2006/relationships/image" Target="/ppt/media/media2.bin"/><Relationship Id="RBMAjT1AMaSgn" Type="http://schemas.openxmlformats.org/officeDocument/2006/relationships/notesSlide" Target="/ppt/notesSlides/notesSlide2.xml"/><Relationship Id="RAhpDRfbEATsl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ME6NohKgeoD" Type="http://schemas.openxmlformats.org/officeDocument/2006/relationships/image" Target="/ppt/media/media3.bin"/><Relationship Id="REVDDmd15koGn" Type="http://schemas.openxmlformats.org/officeDocument/2006/relationships/notesSlide" Target="/ppt/notesSlides/notesSlide3.xml"/><Relationship Id="RRZaAgoa4hNml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21060 - GO TO DARK GETHSEMANE - VERSE 3.0.png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4LSSwweAp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2635A587-2EF5-414F-80B5-71171EF587EA}"/>
              </a:ext>
            </a:extLst>
          </p:cNvPr>
          <p:cNvSpPr txBox="1"/>
          <p:nvPr/>
        </p:nvSpPr>
        <p:spPr>
          <a:xfrm>
            <a:off x="0" y="190482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/>
            </a:r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21060 - GO TO DARK GETHSEMANE - VERSE 3.1.png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pGi-LaVURHS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2635A587-2EF5-414F-80B5-71171EF587EA}"/>
              </a:ext>
            </a:extLst>
          </p:cNvPr>
          <p:cNvSpPr txBox="1"/>
          <p:nvPr/>
        </p:nvSpPr>
        <p:spPr>
          <a:xfrm>
            <a:off x="0" y="190482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/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21060 - GO TO DARK GETHSEMANE - VERSE 3.2.png</a:t>
            </a:r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ME6NohKgeoD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4800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</a:p>
        </p:txBody>
      </p:sp>
      <p:sp>
        <p:nvSpPr>
          <p:cNvPr id="6" name="HymnText">
            <a:extLst>
              <a:ext uri="{FF2B5EF4-FFF2-40B4-BE49-F238E27FC236}">
                <a16:creationId xmlns:a16="http://schemas.microsoft.com/office/drawing/2014/main" id="{2635A587-2EF5-414F-80B5-71171EF587EA}"/>
              </a:ext>
            </a:extLst>
          </p:cNvPr>
          <p:cNvSpPr txBox="1"/>
          <p:nvPr/>
        </p:nvSpPr>
        <p:spPr>
          <a:xfrm>
            <a:off x="0" y="190482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/>
              <a:t/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</Words>
  <Application>Microsoft Office PowerPoint</Application>
  <PresentationFormat>On-screen Show (16:9)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cp:lastModifiedBy>bryan.ellis@teksouth.com</cp:lastModifiedBy>
  <cp:revision>15</cp:revision>
  <dcterms:created xsi:type="dcterms:W3CDTF">2008-03-16T18:22:36Z</dcterms:created>
  <dcterms:modified xsi:type="dcterms:W3CDTF">2019-07-27T16:55:57Z</dcterms:modified>
</cp:coreProperties>
</file>