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vDdle3QxLE"/>
    <p:sldId id="257" r:id="Rd7RiKx4rJnq"/>
    <p:sldId id="258" r:id="RGOfcT_Z6rSu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623" autoAdjust="0"/>
    <p:restoredTop sz="86325" autoAdjust="0"/>
  </p:normalViewPr>
  <p:slideViewPr>
    <p:cSldViewPr>
      <p:cViewPr varScale="1">
        <p:scale>
          <a:sx n="178" d="100"/>
          <a:sy n="178" d="100"/>
        </p:scale>
        <p:origin x="1176" y="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76" d="100"/>
          <a:sy n="76" d="100"/>
        </p:scale>
        <p:origin x="-2971" y="-8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vDdle3QxLE" Type="http://schemas.openxmlformats.org/officeDocument/2006/relationships/slide" Target="/ppt/slides/slide1.xml"/><Relationship Id="Rd7RiKx4rJnq" Type="http://schemas.openxmlformats.org/officeDocument/2006/relationships/slide" Target="/ppt/slides/slide2.xml"/><Relationship Id="RGOfcT_Z6rSu" Type="http://schemas.openxmlformats.org/officeDocument/2006/relationships/slide" Target="/ppt/slides/slide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8DE7A2-50D1-4400-88E2-5E32D940C051}" type="datetimeFigureOut">
              <a:rPr lang="en-US" smtClean="0"/>
              <a:pPr/>
              <a:t>2019-07-27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9F674F-5FF1-4C50-AE02-5B1470F93F7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4865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vDdle3QxLE" Type="http://schemas.openxmlformats.org/officeDocument/2006/relationships/slide" Target="/ppt/slides/slide1.xml"/><Relationship Id="RasNMl5SQCGxnl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d7RiKx4rJnq" Type="http://schemas.openxmlformats.org/officeDocument/2006/relationships/slide" Target="/ppt/slides/slide2.xml"/><Relationship Id="R37jO4MqKfMknl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GOfcT_Z6rSu" Type="http://schemas.openxmlformats.org/officeDocument/2006/relationships/slide" Target="/ppt/slides/slide3.xml"/><Relationship Id="RjD-x4kmrjQ4nl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9F674F-5FF1-4C50-AE02-5B1470F93F7E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9F674F-5FF1-4C50-AE02-5B1470F93F7E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9F674F-5FF1-4C50-AE02-5B1470F93F7E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20D04A-6EF7-4665-B131-E359AC6C5C6A}" type="datetimeFigureOut">
              <a:rPr lang="en-US" smtClean="0"/>
              <a:pPr/>
              <a:t>2019-07-27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8E0A6-1D75-4B7B-8C39-611D36EF233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20D04A-6EF7-4665-B131-E359AC6C5C6A}" type="datetimeFigureOut">
              <a:rPr lang="en-US" smtClean="0"/>
              <a:pPr/>
              <a:t>2019-07-27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C8E0A6-1D75-4B7B-8C39-611D36EF233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vDdle3QxLE" Type="http://schemas.openxmlformats.org/officeDocument/2006/relationships/image" Target="/ppt/media/media1.bin"/><Relationship Id="R8gsLRcOooapn" Type="http://schemas.openxmlformats.org/officeDocument/2006/relationships/notesSlide" Target="/ppt/notesSlides/notesSlide1.xml"/><Relationship Id="RfM32oZhhPivl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d7RiKx4rJnq" Type="http://schemas.openxmlformats.org/officeDocument/2006/relationships/image" Target="/ppt/media/media2.bin"/><Relationship Id="RPHUg8Zmf-KYn" Type="http://schemas.openxmlformats.org/officeDocument/2006/relationships/notesSlide" Target="/ppt/notesSlides/notesSlide2.xml"/><Relationship Id="R79GqacAlPpll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GOfcT_Z6rSu" Type="http://schemas.openxmlformats.org/officeDocument/2006/relationships/image" Target="/ppt/media/media3.bin"/><Relationship Id="RfXW_RaBSG62n" Type="http://schemas.openxmlformats.org/officeDocument/2006/relationships/notesSlide" Target="/ppt/notesSlides/notesSlide3.xml"/><Relationship Id="RxoLt163jgQkl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dirty="0"/>
              <a:t>21060 - GO TO DARK GETHSEMANE - VERSE 1.0.png</a:t>
            </a:r>
          </a:p>
        </p:txBody>
      </p:sp>
      <p:pic>
        <p:nvPicPr>
          <p:cNvPr id="5" name="HymnSlide" descr="HymnSlideImage.png"/>
          <p:cNvPicPr>
            <a:picLocks noChangeAspect="1"/>
          </p:cNvPicPr>
          <p:nvPr/>
        </p:nvPicPr>
        <p:blipFill>
          <a:blip r:embed="RvDdle3QxLE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HymnText"/>
          <p:cNvSpPr txBox="1"/>
          <p:nvPr/>
        </p:nvSpPr>
        <p:spPr>
          <a:xfrm>
            <a:off x="152400" y="4800600"/>
            <a:ext cx="883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/>
            </a:r>
          </a:p>
        </p:txBody>
      </p:sp>
      <p:sp>
        <p:nvSpPr>
          <p:cNvPr id="6" name="HymnText">
            <a:extLst>
              <a:ext uri="{FF2B5EF4-FFF2-40B4-BE49-F238E27FC236}">
                <a16:creationId xmlns:a16="http://schemas.microsoft.com/office/drawing/2014/main" id="{2635A587-2EF5-414F-80B5-71171EF587EA}"/>
              </a:ext>
            </a:extLst>
          </p:cNvPr>
          <p:cNvSpPr txBox="1"/>
          <p:nvPr/>
        </p:nvSpPr>
        <p:spPr>
          <a:xfrm>
            <a:off x="0" y="1904821"/>
            <a:ext cx="9144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b="1" dirty="0"/>
              <a:t/>
            </a:r>
          </a:p>
        </p:txBody>
      </p:sp>
    </p:spTree>
  </p:cSld>
  <p:clrMapOvr>
    <a:masterClrMapping/>
  </p:clrMapOvr>
  <p:transition spd="med">
    <p:wipe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dirty="0"/>
              <a:t>21060 - GO TO DARK GETHSEMANE - VERSE 1.1.png</a:t>
            </a:r>
          </a:p>
        </p:txBody>
      </p:sp>
      <p:pic>
        <p:nvPicPr>
          <p:cNvPr id="5" name="HymnSlide" descr="HymnSlideImage.png"/>
          <p:cNvPicPr>
            <a:picLocks noChangeAspect="1"/>
          </p:cNvPicPr>
          <p:nvPr/>
        </p:nvPicPr>
        <p:blipFill>
          <a:blip r:embed="Rd7RiKx4rJnq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HymnText"/>
          <p:cNvSpPr txBox="1"/>
          <p:nvPr/>
        </p:nvSpPr>
        <p:spPr>
          <a:xfrm>
            <a:off x="152400" y="4800600"/>
            <a:ext cx="883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/>
            </a:r>
          </a:p>
        </p:txBody>
      </p:sp>
      <p:sp>
        <p:nvSpPr>
          <p:cNvPr id="6" name="HymnText">
            <a:extLst>
              <a:ext uri="{FF2B5EF4-FFF2-40B4-BE49-F238E27FC236}">
                <a16:creationId xmlns:a16="http://schemas.microsoft.com/office/drawing/2014/main" id="{2635A587-2EF5-414F-80B5-71171EF587EA}"/>
              </a:ext>
            </a:extLst>
          </p:cNvPr>
          <p:cNvSpPr txBox="1"/>
          <p:nvPr/>
        </p:nvSpPr>
        <p:spPr>
          <a:xfrm>
            <a:off x="0" y="1904821"/>
            <a:ext cx="9144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b="1" dirty="0"/>
              <a:t/>
            </a:r>
          </a:p>
        </p:txBody>
      </p:sp>
    </p:spTree>
  </p:cSld>
  <p:clrMapOvr>
    <a:masterClrMapping/>
  </p:clrMapOvr>
  <p:transition spd="med"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dirty="0"/>
              <a:t>21060 - GO TO DARK GETHSEMANE - VERSE 1.2.png</a:t>
            </a:r>
          </a:p>
        </p:txBody>
      </p:sp>
      <p:pic>
        <p:nvPicPr>
          <p:cNvPr id="5" name="HymnSlide" descr="HymnSlideImage.png"/>
          <p:cNvPicPr>
            <a:picLocks noChangeAspect="1"/>
          </p:cNvPicPr>
          <p:nvPr/>
        </p:nvPicPr>
        <p:blipFill>
          <a:blip r:embed="RGOfcT_Z6rSu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HymnText"/>
          <p:cNvSpPr txBox="1"/>
          <p:nvPr/>
        </p:nvSpPr>
        <p:spPr>
          <a:xfrm>
            <a:off x="152400" y="4800600"/>
            <a:ext cx="883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/>
            </a:r>
          </a:p>
        </p:txBody>
      </p:sp>
      <p:sp>
        <p:nvSpPr>
          <p:cNvPr id="6" name="HymnText">
            <a:extLst>
              <a:ext uri="{FF2B5EF4-FFF2-40B4-BE49-F238E27FC236}">
                <a16:creationId xmlns:a16="http://schemas.microsoft.com/office/drawing/2014/main" id="{2635A587-2EF5-414F-80B5-71171EF587EA}"/>
              </a:ext>
            </a:extLst>
          </p:cNvPr>
          <p:cNvSpPr txBox="1"/>
          <p:nvPr/>
        </p:nvSpPr>
        <p:spPr>
          <a:xfrm>
            <a:off x="0" y="1904821"/>
            <a:ext cx="9144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b="1" dirty="0"/>
              <a:t/>
            </a:r>
          </a:p>
        </p:txBody>
      </p:sp>
    </p:spTree>
  </p:cSld>
  <p:clrMapOvr>
    <a:masterClrMapping/>
  </p:clrMapOvr>
  <p:transition spd="med">
    <p:wipe dir="r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7</Words>
  <Application>Microsoft Office PowerPoint</Application>
  <PresentationFormat>On-screen Show (16:9)</PresentationFormat>
  <Paragraphs>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Title</vt:lpstr>
    </vt:vector>
  </TitlesOfParts>
  <Company>AQ2 Technologies, LLC.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Template</dc:title>
  <dc:creator>RJStevensMusic.com</dc:creator>
  <cp:lastModifiedBy>bryan.ellis@teksouth.com</cp:lastModifiedBy>
  <cp:revision>15</cp:revision>
  <dcterms:created xsi:type="dcterms:W3CDTF">2008-03-16T18:22:36Z</dcterms:created>
  <dcterms:modified xsi:type="dcterms:W3CDTF">2019-07-27T16:55:57Z</dcterms:modified>
</cp:coreProperties>
</file>