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77 - THE MOUNTAIN SO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77 - THE MOUNTAIN SONG - 1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77 - THE MOUNTAIN SONG -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77 - THE MOUNTAIN SONG -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77 - THE MOUNTAIN SONG -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77 - THE MOUNTAIN SONG -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77 - THE MOUNTAIN SONG -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77 - THE MOUNTAIN SONG - 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77 - THE MOUNTAIN SONG -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77 - THE MOUNTAIN SONG -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77 - THE MOUNTAIN SONG -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77 - THE MOUNTAIN SONG -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77 - THE MOUNTAIN SONG -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77 - THE MOUNTAIN SONG - 2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