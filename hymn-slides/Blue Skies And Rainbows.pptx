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498 - BLUE SKIES AND RAINBOW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498 - BLUE SKIES AND RAINBOWS - 1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498 - BLUE SKIES AND RAINBOWS - 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498 - BLUE SKIES AND RAINBOWS - 3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498 - BLUE SKIES AND RAINBOWS - CHORUS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498 - BLUE SKIES AND RAINBOW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498 - BLUE SKIES AND RAINBOW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