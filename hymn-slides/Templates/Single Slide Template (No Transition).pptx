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5" d="100"/>
          <a:sy n="135" d="100"/>
        </p:scale>
        <p:origin x="2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03D6034B-9D1F-4EC6-9FE7-59880477AB3A}"/>
              </a:ext>
            </a:extLst>
          </p:cNvPr>
          <p:cNvSpPr txBox="1"/>
          <p:nvPr/>
        </p:nvSpPr>
        <p:spPr>
          <a:xfrm>
            <a:off x="0" y="264640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bryan.ellis@teksouth.com</cp:lastModifiedBy>
  <cp:revision>11</cp:revision>
  <dcterms:created xsi:type="dcterms:W3CDTF">2008-03-16T18:22:36Z</dcterms:created>
  <dcterms:modified xsi:type="dcterms:W3CDTF">2019-07-27T16:55:12Z</dcterms:modified>
</cp:coreProperties>
</file>