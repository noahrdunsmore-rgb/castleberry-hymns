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27" d="100"/>
          <a:sy n="127" d="100"/>
        </p:scale>
        <p:origin x="810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18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640818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Text Value</a:t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FE90398D-9A62-47D5-8237-C83B68681777}"/>
              </a:ext>
            </a:extLst>
          </p:cNvPr>
          <p:cNvSpPr txBox="1"/>
          <p:nvPr/>
        </p:nvSpPr>
        <p:spPr>
          <a:xfrm>
            <a:off x="0" y="188595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Blank Message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A73DB-ECC2-CFE1-1734-F1B760350B4B}"/>
              </a:ext>
            </a:extLst>
          </p:cNvPr>
          <p:cNvSpPr txBox="1"/>
          <p:nvPr/>
        </p:nvSpPr>
        <p:spPr>
          <a:xfrm>
            <a:off x="3733800" y="4336018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CCLI #21593236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wipe dir="r"/>
      </p:transition>
    </mc:Choice>
    <mc:Fallback xmlns="">
      <p:transition>
        <p:wipe dir="r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</Words>
  <Application>Microsoft Office PowerPoint</Application>
  <PresentationFormat>On-screen Show (16:9)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cp:lastModifiedBy>Greg Cathey</cp:lastModifiedBy>
  <cp:revision>15</cp:revision>
  <dcterms:created xsi:type="dcterms:W3CDTF">2008-03-16T18:22:36Z</dcterms:created>
  <dcterms:modified xsi:type="dcterms:W3CDTF">2025-10-11T16:17:10Z</dcterms:modified>
</cp:coreProperties>
</file>