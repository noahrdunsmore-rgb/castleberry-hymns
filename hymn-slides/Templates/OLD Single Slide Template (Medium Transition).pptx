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65" d="100"/>
          <a:sy n="65" d="100"/>
        </p:scale>
        <p:origin x="-1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 Ellis</cp:lastModifiedBy>
  <cp:revision>11</cp:revision>
  <dcterms:created xsi:type="dcterms:W3CDTF">2008-03-16T18:22:36Z</dcterms:created>
  <dcterms:modified xsi:type="dcterms:W3CDTF">2008-10-07T02:03:01Z</dcterms:modified>
</cp:coreProperties>
</file>