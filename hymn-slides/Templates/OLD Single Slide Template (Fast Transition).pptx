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9</cp:revision>
  <dcterms:created xsi:type="dcterms:W3CDTF">2008-03-16T18:22:36Z</dcterms:created>
  <dcterms:modified xsi:type="dcterms:W3CDTF">2008-10-07T02:02:45Z</dcterms:modified>
</cp:coreProperties>
</file>