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623" autoAdjust="0"/>
    <p:restoredTop sz="86325" autoAdjust="0"/>
  </p:normalViewPr>
  <p:slideViewPr>
    <p:cSldViewPr>
      <p:cViewPr varScale="1">
        <p:scale>
          <a:sx n="134" d="100"/>
          <a:sy n="134" d="100"/>
        </p:scale>
        <p:origin x="-1002" y="-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-2971" y="-8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8DE7A2-50D1-4400-88E2-5E32D940C051}" type="datetimeFigureOut">
              <a:rPr lang="en-US" smtClean="0"/>
              <a:pPr/>
              <a:t>3/28/2015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9F674F-5FF1-4C50-AE02-5B1470F93F7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101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F674F-5FF1-4C50-AE02-5B1470F93F7E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0D04A-6EF7-4665-B131-E359AC6C5C6A}" type="datetimeFigureOut">
              <a:rPr lang="en-US" smtClean="0"/>
              <a:pPr/>
              <a:t>3/28/2015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8E0A6-1D75-4B7B-8C39-611D36EF23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20D04A-6EF7-4665-B131-E359AC6C5C6A}" type="datetimeFigureOut">
              <a:rPr lang="en-US" smtClean="0"/>
              <a:pPr/>
              <a:t>3/28/2015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C8E0A6-1D75-4B7B-8C39-611D36EF233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 smtClean="0"/>
              <a:t>Slide Title</a:t>
            </a:r>
            <a:endParaRPr lang="en-US" dirty="0"/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152400" y="4800600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/>
              <a:t>Text Value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</Words>
  <Application>Microsoft Office PowerPoint</Application>
  <PresentationFormat>On-screen Show (16:9)</PresentationFormat>
  <Paragraphs>3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Title</vt:lpstr>
    </vt:vector>
  </TitlesOfParts>
  <Company>AQ2 Technologies, LLC.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Template</dc:title>
  <dc:creator>RJStevensMusic.com</dc:creator>
  <cp:lastModifiedBy>Lee Smitherman</cp:lastModifiedBy>
  <cp:revision>13</cp:revision>
  <dcterms:created xsi:type="dcterms:W3CDTF">2008-03-16T18:22:36Z</dcterms:created>
  <dcterms:modified xsi:type="dcterms:W3CDTF">2015-03-28T20:22:46Z</dcterms:modified>
</cp:coreProperties>
</file>