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135" d="100"/>
          <a:sy n="135" d="100"/>
        </p:scale>
        <p:origin x="24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64008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Text Value</a:t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3B052939-BAC9-4BED-8047-F686FF018D34}"/>
              </a:ext>
            </a:extLst>
          </p:cNvPr>
          <p:cNvSpPr txBox="1"/>
          <p:nvPr/>
        </p:nvSpPr>
        <p:spPr>
          <a:xfrm>
            <a:off x="0" y="2646402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>Blank Message</a:t>
            </a:r>
          </a:p>
        </p:txBody>
      </p:sp>
    </p:spTree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Office PowerPoint</Application>
  <PresentationFormat>On-screen Show (4:3)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dc:description/>
  <cp:lastModifiedBy>bryan.ellis@teksouth.com</cp:lastModifiedBy>
  <cp:revision>11</cp:revision>
  <dcterms:created xsi:type="dcterms:W3CDTF">2008-03-16T18:22:36Z</dcterms:created>
  <dcterms:modified xsi:type="dcterms:W3CDTF">2019-07-27T16:54:54Z</dcterms:modified>
</cp:coreProperties>
</file>