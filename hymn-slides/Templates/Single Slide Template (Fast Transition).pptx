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96" d="100"/>
          <a:sy n="96" d="100"/>
        </p:scale>
        <p:origin x="168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437713F5-BD24-4F46-8875-F26C7BDE7D7E}"/>
              </a:ext>
            </a:extLst>
          </p:cNvPr>
          <p:cNvSpPr txBox="1"/>
          <p:nvPr/>
        </p:nvSpPr>
        <p:spPr>
          <a:xfrm>
            <a:off x="0" y="268587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A461F-57E2-35A7-CA20-FB0F9FB371C4}"/>
              </a:ext>
            </a:extLst>
          </p:cNvPr>
          <p:cNvSpPr txBox="1"/>
          <p:nvPr/>
        </p:nvSpPr>
        <p:spPr>
          <a:xfrm>
            <a:off x="3733800" y="5883965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 #21593236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Office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Greg Cathey</cp:lastModifiedBy>
  <cp:revision>13</cp:revision>
  <dcterms:created xsi:type="dcterms:W3CDTF">2008-03-16T18:22:36Z</dcterms:created>
  <dcterms:modified xsi:type="dcterms:W3CDTF">2024-12-25T15:37:45Z</dcterms:modified>
</cp:coreProperties>
</file>