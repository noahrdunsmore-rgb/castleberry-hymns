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34" d="100"/>
          <a:sy n="134" d="100"/>
        </p:scale>
        <p:origin x="-1002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Text Value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(16:9)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Lee Smitherman</cp:lastModifiedBy>
  <cp:revision>13</cp:revision>
  <dcterms:created xsi:type="dcterms:W3CDTF">2008-03-16T18:22:36Z</dcterms:created>
  <dcterms:modified xsi:type="dcterms:W3CDTF">2015-03-28T20:21:31Z</dcterms:modified>
</cp:coreProperties>
</file>