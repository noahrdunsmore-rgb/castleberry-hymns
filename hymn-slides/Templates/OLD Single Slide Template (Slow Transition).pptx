
<file path=[Content_Types].xml><?xml version="1.0" encoding="utf-8"?>
<Types xmlns="http://schemas.openxmlformats.org/package/2006/content-types">
  <Override PartName="/ppt/notesSlides/notesSlide1.xml" ContentType="application/vnd.openxmlformats-officedocument.presentationml.notesSlide+xml"/>
  <Default Extension="png" ContentType="image/png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theme/theme1.xml" ContentType="application/vnd.openxmlformats-officedocument.theme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4623" autoAdjust="0"/>
    <p:restoredTop sz="86325" autoAdjust="0"/>
  </p:normalViewPr>
  <p:slideViewPr>
    <p:cSldViewPr>
      <p:cViewPr varScale="1">
        <p:scale>
          <a:sx n="65" d="100"/>
          <a:sy n="65" d="100"/>
        </p:scale>
        <p:origin x="-114" y="-12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76" d="100"/>
          <a:sy n="76" d="100"/>
        </p:scale>
        <p:origin x="-2971" y="-82"/>
      </p:cViewPr>
      <p:guideLst>
        <p:guide orient="horz" pos="2880"/>
        <p:guide pos="2160"/>
      </p:guideLst>
    </p:cSldViewPr>
  </p:notes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38DE7A2-50D1-4400-88E2-5E32D940C051}" type="datetimeFigureOut">
              <a:rPr lang="en-US" smtClean="0"/>
              <a:pPr/>
              <a:t>2008.10.06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09F674F-5FF1-4C50-AE02-5B1470F93F7E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9F674F-5FF1-4C50-AE02-5B1470F93F7E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20D04A-6EF7-4665-B131-E359AC6C5C6A}" type="datetimeFigureOut">
              <a:rPr lang="en-US" smtClean="0"/>
              <a:pPr/>
              <a:t>2008.10.06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C8E0A6-1D75-4B7B-8C39-611D36EF233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20D04A-6EF7-4665-B131-E359AC6C5C6A}" type="datetimeFigureOut">
              <a:rPr lang="en-US" smtClean="0"/>
              <a:pPr/>
              <a:t>2008.10.06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C8E0A6-1D75-4B7B-8C39-611D36EF233F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dirty="0" smtClean="0"/>
              <a:t>Slide Title</a:t>
            </a:r>
            <a:endParaRPr lang="en-US" dirty="0"/>
          </a:p>
        </p:txBody>
      </p:sp>
      <p:pic>
        <p:nvPicPr>
          <p:cNvPr id="5" name="HymnSlide" descr="HymnSlide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HymnText"/>
          <p:cNvSpPr txBox="1"/>
          <p:nvPr/>
        </p:nvSpPr>
        <p:spPr>
          <a:xfrm>
            <a:off x="152400" y="6400800"/>
            <a:ext cx="8839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 smtClean="0"/>
              <a:t>Text Value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5</Words>
  <Application>Microsoft Office PowerPoint</Application>
  <PresentationFormat>On-screen Show (4:3)</PresentationFormat>
  <Paragraphs>3</Paragraphs>
  <Slides>1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Slide Title</vt:lpstr>
    </vt:vector>
  </TitlesOfParts>
  <Company>AQ2 Technologies, LLC.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Template</dc:title>
  <dc:creator>RJStevensMusic.com</dc:creator>
  <dc:description/>
  <cp:lastModifiedBy>Bryan Ellis</cp:lastModifiedBy>
  <cp:revision>10</cp:revision>
  <dcterms:created xsi:type="dcterms:W3CDTF">2008-03-16T18:22:36Z</dcterms:created>
  <dcterms:modified xsi:type="dcterms:W3CDTF">2008-10-07T02:03:35Z</dcterms:modified>
</cp:coreProperties>
</file>