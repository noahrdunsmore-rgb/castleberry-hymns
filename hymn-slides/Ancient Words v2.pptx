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6081"/>
            <a:ext cx="12191695" cy="38858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0947"/>
            <a:ext cx="12191695" cy="28761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5346"/>
            <a:ext cx="12191695" cy="29673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9259"/>
            <a:ext cx="12191695" cy="31594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3" y="0"/>
            <a:ext cx="1208548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8427"/>
            <a:ext cx="12191695" cy="30411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3116"/>
            <a:ext cx="12191695" cy="35517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