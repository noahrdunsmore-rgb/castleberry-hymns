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721ac61-IMG_33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69b8c2c-IMG_33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