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7 - JUST FOR TOD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7 - JUST FOR TOD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7 - JUST FOR TOD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7 - JUST FOR TODA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7 - JUST FOR TODA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7 - JUST FOR TODAY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7 - JUST FOR TOD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7 - JUST FOR TOD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7 - JUST FOR TODA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7 - JUST FOR TODA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7 - JUST FOR TODAY - VERSE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