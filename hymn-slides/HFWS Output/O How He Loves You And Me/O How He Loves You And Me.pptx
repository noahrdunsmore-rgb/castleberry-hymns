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5 - O HOW HE LOVES YOU AND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5 - O HOW HE LOVES YOU AND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5 - O HOW HE LOVES YOU AND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5 - O HOW HE LOVES YOU AND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5 - O HOW HE LOVES YOU AND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5 - O HOW HE LOVES YOU AND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65 - O HOW HE LOVES YOU AND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