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0 - THERE'S A HOME UP IN HEAVE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0 - THERE'S A HOME UP IN HEAVE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0 - THERE'S A HOME UP IN HEAVE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0 - THERE'S A HOME UP IN HEAVE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0 - THERE'S A HOME UP IN HEAVE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0 - THERE'S A HOME UP IN HEAVE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0 - THERE'S A HOME UP IN HEAVE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0 - THERE'S A HOME UP IN HEAVEN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0 - THERE'S A HOME UP IN HEAVEN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