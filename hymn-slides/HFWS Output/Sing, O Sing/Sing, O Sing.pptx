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9 - SING, O S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9 - SING, O S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9 - SING, O S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9 - SING, O SI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9 - SING, O SI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9 - SING, O SI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9 - SING, O SI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9 - SING, O SING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9 - SING, O SING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