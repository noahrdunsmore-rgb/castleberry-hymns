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32 - THOU ISLE OF SOMEWHER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32 - THOU ISLE OF SOMEWHER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32 - THOU ISLE OF SOMEWHER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32 - THOU ISLE OF SOMEWHERE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32 - THOU ISLE OF SOMEWHER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32 - THOU ISLE OF SOMEWHER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32 - THOU ISLE OF SOMEWHERE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32 - THOU ISLE OF SOMEWHER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32 - THOU ISLE OF SOMEWHER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32 - THOU ISLE OF SOMEWHERE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32 - THOU ISLE OF SOMEWHERE - CODA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