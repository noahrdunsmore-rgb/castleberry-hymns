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9 - BOUNDLESS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9 - BOUNDLESS LO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9 - BOUNDLESS LO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9 - BOUNDLESS LOV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9 - BOUNDLESS LO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9 - BOUNDLESS LO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9 - BOUNDLESS LOV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9 - BOUNDLESS LOV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