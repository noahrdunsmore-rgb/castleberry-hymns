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21 - WHERE ONCE THERE WERE TEAR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