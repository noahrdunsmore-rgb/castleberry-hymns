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84 - PRAISE! PRAISE THE LORD!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84 - PRAISE! PRAISE THE LORD!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84 - PRAISE! PRAISE THE LORD!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84 - PRAISE! PRAISE THE LORD!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84 - PRAISE! PRAISE THE LORD!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84 - PRAISE! PRAISE THE LORD!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84 - PRAISE! PRAISE THE LORD!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84 - PRAISE! PRAISE THE LORD!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