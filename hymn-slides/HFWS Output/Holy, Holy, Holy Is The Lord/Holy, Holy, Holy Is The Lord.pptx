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4 - HOLY, HOLY, HOLY IS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4 - HOLY, HOLY, HOLY IS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4 - HOLY, HOLY, HOLY IS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4 - HOLY, HOLY, HOLY IS THE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4 - HOLY, HOLY, HOLY IS THE LOR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4 - HOLY, HOLY, HOLY IS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4 - HOLY, HOLY, HOLY IS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4 - HOLY, HOLY, HOLY IS THE L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4 - HOLY, HOLY, HOLY IS THE LOR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