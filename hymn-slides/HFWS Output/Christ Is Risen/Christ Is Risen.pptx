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8 - CHRIST IS RISE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8 - CHRIST IS RISE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8 - CHRIST IS RISE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8 - CHRIST IS RISE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8 - CHRIST IS RISEN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8 - CHRIST IS RISEN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8 - CHRIST IS RISE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8 - CHRIST IS RISE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8 - CHRIST IS RISE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8 - CHRIST IS RISEN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8 - CHRIST IS RISEN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8 - CHRIST IS RISE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8 - CHRIST IS RISE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8 - CHRIST IS RISEN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8 - CHRIST IS RISEN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8 - CHRIST IS RISEN - VERSE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