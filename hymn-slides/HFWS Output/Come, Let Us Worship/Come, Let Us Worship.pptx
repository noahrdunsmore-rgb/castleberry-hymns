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8 - COME, LET US WORSHIP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8 - COME, LET US WORSHIP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8 - COME, LET US WORSHIP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8 - COME, LET US WORSHIP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8 - COME, LET US WORSHIP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8 - COME, LET US WORSHIP - VERSE 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