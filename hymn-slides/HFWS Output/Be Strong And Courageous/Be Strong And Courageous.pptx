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2 - BE STRONG AND COURAGEO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2 - BE STRONG AND COURAGEO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2 - BE STRONG AND COURAGEO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2 - BE STRONG AND COURAGEOU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2 - BE STRONG AND COURAGEO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2 - BE STRONG AND COURAGEO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2 - BE STRONG AND COURAGEOU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2 - BE STRONG AND COURAGEO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2 - BE STRONG AND COURAGEO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2 - BE STRONG AND COURAGEOU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2 - BE STRONG AND COURAGEO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2 - BE STRONG AND COURAGEO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2 - BE STRONG AND COURAGEOUS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2 - BE STRONG AND COURAGEOUS - CODA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