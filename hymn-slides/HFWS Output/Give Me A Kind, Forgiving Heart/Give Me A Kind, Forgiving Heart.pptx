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9 - GIVE ME A KIND, FORGIVING HEAR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9 - GIVE ME A KIND, FORGIVING HEAR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9 - GIVE ME A KIND, FORGIVING HEAR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9 - GIVE ME A KIND, FORGIVING HEAR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9 - GIVE ME A KIND, FORGIVING HEAR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9 - GIVE ME A KIND, FORGIVING HEAR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9 - GIVE ME A KIND, FORGIVING HEAR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9 - GIVE ME A KIND, FORGIVING HEART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9 - GIVE ME A KIND, FORGIVING HEART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