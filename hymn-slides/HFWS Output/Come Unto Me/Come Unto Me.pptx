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1 - COME UNTO 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1 - COME UNTO 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1 - COME UNTO 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1 - COME UNTO 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1 - COME UNTO 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1 - COME UNTO ME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71 - COME UNTO ME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