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4 - BE EXALTED, O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4 - BE EXALTED, O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4 - BE EXALTED, O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4 - BE EXALTED, O GO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4 - BE EXALTED, O GO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4 - BE EXALTED, O GOD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