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1 - STAY WITH US, O RISEN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1 - STAY WITH US, O RISEN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1 - STAY WITH US, O RISEN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1 - STAY WITH US, O RISEN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1 - STAY WITH US, O RISEN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1 - STAY WITH US, O RISEN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1 - STAY WITH US, O RISEN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1 - STAY WITH US, O RISEN JESU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1 - STAY WITH US, O RISEN JESU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