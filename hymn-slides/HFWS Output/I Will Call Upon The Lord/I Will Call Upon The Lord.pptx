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0 - I WILL CALL UPON THE LO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0 - I WILL CALL UPON THE LOR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0 - I WILL CALL UPON THE LO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0 - I WILL CALL UPON THE LOR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0 - I WILL CALL UPON THE LOR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0 - I WILL CALL UPON THE LOR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0 - I WILL CALL UPON THE LOR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0 - I WILL CALL UPON THE LOR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0 - I WILL CALL UPON THE LOR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0 - I WILL CALL UPON THE LOR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0 - I WILL CALL UPON THE LOR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0 - I WILL CALL UPON THE LOR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0 - I WILL CALL UPON THE LORD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0 - I WILL CALL UPON THE LORD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