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0 - REJOICE AND SING THAT GOD IS GREAT!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0 - REJOICE AND SING THAT GOD IS GREAT!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0 - REJOICE AND SING THAT GOD IS GREAT!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0 - REJOICE AND SING THAT GOD IS GREAT!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0 - REJOICE AND SING THAT GOD IS GREAT!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0 - REJOICE AND SING THAT GOD IS GREAT!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40 - REJOICE AND SING THAT GOD IS GREAT!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