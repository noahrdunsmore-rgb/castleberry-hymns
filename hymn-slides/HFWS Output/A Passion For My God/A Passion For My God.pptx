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8 - A PASSION FOR MY GO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8 - A PASSION FOR MY GO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8 - A PASSION FOR MY GO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8 - A PASSION FOR MY GO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8 - A PASSION FOR MY GO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8 - A PASSION FOR MY GO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8 - A PASSION FOR MY GO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8 - A PASSION FOR MY GO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8 - A PASSION FOR MY GOD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