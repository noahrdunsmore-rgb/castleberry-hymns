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0 - SWEET ADORAT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0 - SWEET ADORAT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0 - SWEET ADORAT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0 - SWEET ADORATI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0 - SWEET ADORAT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0 - SWEET ADORAT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0 - SWEET ADORATIO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