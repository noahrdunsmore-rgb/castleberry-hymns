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9 - ONE HEART, ONE VOI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9 - ONE HEART, ONE VOI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9 - ONE HEART, ONE VOI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9 - ONE HEART, ONE VOI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9 - ONE HEART, ONE VOIC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9 - ONE HEART, ONE VOIC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9 - ONE HEART, ONE VOIC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9 - ONE HEART, ONE VOIC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9 - ONE HEART, ONE VOIC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