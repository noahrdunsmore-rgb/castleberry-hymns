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3 - ONE IN HIM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3 - ONE IN HIM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3 - ONE IN HI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3 - ONE IN HIM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3 - ONE IN HIM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3 - ONE IN HI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3 - ONE IN HIM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3 - ONE IN HIM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3 - ONE IN HI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3 - ONE IN HIM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