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1 - ON BENDED KNEE I CO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1 - ON BENDED KNEE I CO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1 - ON BENDED KNEE I CO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1 - ON BENDED KNEE I COM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1 - ON BENDED KNEE I COM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1 - ON BENDED KNEE I CO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1 - ON BENDED KNEE I CO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1 - ON BENDED KNEE I COM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1 - ON BENDED KNEE I COME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