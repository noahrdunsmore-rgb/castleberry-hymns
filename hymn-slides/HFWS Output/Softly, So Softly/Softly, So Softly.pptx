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9 - SOFTLY, SO SOFTL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9 - SOFTLY, SO SOFTL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9 - SOFTLY, SO SOFTL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9 - SOFTLY, SO SOFTL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9 - SOFTLY, SO SOFTL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9 - SOFTLY, SO SOFTL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9 - SOFTLY, SO SOFTL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9 - SOFTLY, SO SOFTL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9 - SOFTLY, SO SOFTL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9 - SOFTLY, SO SOFTL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9 - SOFTLY, SO SOFTLY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