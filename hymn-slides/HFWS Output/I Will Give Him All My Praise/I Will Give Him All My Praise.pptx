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103 - I WILL GIVE HIM ALL MY PRAISE - 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103 - I WILL GIVE HIM ALL MY PRAISE - VERSE 1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103 - I WILL GIVE HIM ALL MY PRAISE - VERSE 1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103 - I WILL GIVE HIM ALL MY PRAISE - VERSE 2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103 - I WILL GIVE HIM ALL MY PRAISE - VERSE 2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103 - I WILL GIVE HIM ALL MY PRAISE - CHORUS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103 - I WILL GIVE HIM ALL MY PRAISE - CHORUS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103 - I WILL GIVE HIM ALL MY PRAISE - CHORUS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103 - I WILL GIVE HIM ALL MY PRAISE - CHORUS.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