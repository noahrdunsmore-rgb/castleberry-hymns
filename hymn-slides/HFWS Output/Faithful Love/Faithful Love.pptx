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8 - FAITHFUL LO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8 - FAITHFUL LOV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8 - FAITHFUL LOV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8 - FAITHFUL LOV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8 - FAITHFUL LOV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8 - FAITHFUL LOVE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8 - FAITHFUL LOVE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8 - FAITHFUL LOV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8 - FAITHFUL LOV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8 - FAITHFUL LOV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8 - FAITHFUL LOV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8 - FAITHFUL LOVE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8 - FAITHFUL LOVE - VERSE 2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