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44 - O LORD, YOU'RE BEAUTIFUL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44 - O LORD, YOU'RE BEAUTIFUL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44 - O LORD, YOU'RE BEAUTIFUL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44 - O LORD, YOU'RE BEAUTIFUL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44 - O LORD, YOU'RE BEAUTIFUL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44 - O LORD, YOU'RE BEAUTIFUL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44 - O LORD, YOU'RE BEAUTIFUL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