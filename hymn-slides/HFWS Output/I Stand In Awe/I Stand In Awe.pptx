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1 - I STAND IN AW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1 - I STAND IN AW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1 - I STAND IN AW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1 - I STAND IN AW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1 - I STAND IN AW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1 - I STAND IN AWE - VERSE 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1 - I STAND IN AWE - VERSE 1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