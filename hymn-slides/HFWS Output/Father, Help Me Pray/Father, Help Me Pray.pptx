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7 - FATHER, HELP ME PRA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7 - FATHER, HELP ME PRA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7 - FATHER, HELP ME PRA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7 - FATHER, HELP ME PRA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7 - FATHER, HELP ME PRA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7 - FATHER, HELP ME PRAY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7 - FATHER, HELP ME PRAY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