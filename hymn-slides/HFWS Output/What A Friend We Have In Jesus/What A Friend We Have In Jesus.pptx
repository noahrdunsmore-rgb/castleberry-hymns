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6 - WHAT A FRIEND WE HAVE IN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6 - WHAT A FRIEND WE HAVE IN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6 - WHAT A FRIEND WE HAVE IN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6 - WHAT A FRIEND WE HAVE IN JESU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6 - WHAT A FRIEND WE HAVE IN JESU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6 - WHAT A FRIEND WE HAVE IN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6 - WHAT A FRIEND WE HAVE IN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6 - WHAT A FRIEND WE HAVE IN JESU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6 - WHAT A FRIEND WE HAVE IN JESUS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6 - WHAT A FRIEND WE HAVE IN JES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6 - WHAT A FRIEND WE HAVE IN JES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6 - WHAT A FRIEND WE HAVE IN JESU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6 - WHAT A FRIEND WE HAVE IN JESUS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