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4 - GIVE THANK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4 - GIVE THANK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4 - GIVE THANK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4 - GIVE THANK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4 - GIVE THANK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4 - GIVE THANKS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4 - GIVE THANKS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4 - GIVE THANKS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4 - GIVE THANKS - VERSE 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