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3 - IN YOUR HOLY SIGH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3 - IN YOUR HOLY SIGH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3 - IN YOUR HOLY SIGH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3 - IN YOUR HOLY SIGH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3 - IN YOUR HOLY SIGH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3 - IN YOUR HOLY SIGH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3 - IN YOUR HOLY SIGH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3 - IN YOUR HOLY SIGH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3 - IN YOUR HOLY SIGH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33 - IN YOUR HOLY SIGH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