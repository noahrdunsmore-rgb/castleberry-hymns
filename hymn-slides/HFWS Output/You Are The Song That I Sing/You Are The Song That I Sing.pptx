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3 - YOU ARE THE SONG THAT I S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3 - YOU ARE THE SONG THAT I S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3 - YOU ARE THE SONG THAT I S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3 - YOU ARE THE SONG THAT I S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3 - YOU ARE THE SONG THAT I SI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3 - YOU ARE THE SONG THAT I SING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3 - YOU ARE THE SONG THAT I SING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