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7 - JESUS, LET US COME TO KNOW Y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7 - JESUS, LET US COME TO KNOW YOU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7 - JESUS, LET US COME TO KNOW YOU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7 - JESUS, LET US COME TO KNOW YOU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7 - JESUS, LET US COME TO KNOW YOU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