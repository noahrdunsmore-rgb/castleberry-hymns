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1 - HOW DEEP HIS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1 - HOW DEEP HIS LO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1 - HOW DEEP HIS LO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1 - HOW DEEP HIS LO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1 - HOW DEEP HIS LO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1 - HOW DEEP HIS LO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1 - HOW DEEP HIS LO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1 - HOW DEEP HIS LOV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1 - HOW DEEP HIS LOV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