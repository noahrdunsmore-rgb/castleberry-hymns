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6 - LIKE A RIV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6 - LIKE A RIV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6 - LIKE A RIV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6 - LIKE A RIV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6 - LIKE A RIVER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6 - LIKE A RIVER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6 - LIKE A RIVER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6 - LIKE A RIV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6 - LIKE A RIV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6 - LIKE A RIV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6 - LIKE A RIVER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6 - LIKE A RIV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6 - LIKE A RIV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6 - LIKE A RIVER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