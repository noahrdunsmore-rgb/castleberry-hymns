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37 - ONE MAN SLEPT; ONE MAN WEPT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37 - ONE MAN SLEPT; ONE MAN WEPT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37 - ONE MAN SLEPT; ONE MAN WEPT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37 - ONE MAN SLEPT; ONE MAN WEPT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37 - ONE MAN SLEPT; ONE MAN WEPT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37 - ONE MAN SLEPT; ONE MAN WEPT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37 - ONE MAN SLEPT; ONE MAN WEPT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