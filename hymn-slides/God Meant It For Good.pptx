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567 - GOD MEANT IT FOR GOOD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567 - GOD MEANT IT FOR GOOD - 1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567 - GOD MEANT IT FOR GOOD -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567 - GOD MEANT IT FOR GOOD -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567 - GOD MEANT IT FOR GOOD -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567 - GOD MEANT IT FOR GOOD - 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567 - GOD MEANT IT FOR GOOD -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567 - GOD MEANT IT FOR GOOD -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567 - GOD MEANT IT FOR GOOD -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567 - GOD MEANT IT FOR GOOD - CHORUS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567 - GOD MEANT IT FOR GOOD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567 - GOD MEANT IT FOR GOOD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567 - GOD MEANT IT FOR GOOD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567 - GOD MEANT IT FOR GOOD - CODA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567 - GOD MEANT IT FOR GOOD - CODA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567 - GOD MEANT IT FOR GOOD - CODA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567 - GOD MEANT IT FOR GOOD - CODA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