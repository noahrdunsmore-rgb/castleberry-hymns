
<file path=[Content_Types].xml><?xml version="1.0" encoding="utf-8"?>
<Types xmlns="http://schemas.openxmlformats.org/package/2006/content-types">
  <Default Extension="bin" ContentType="image/png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  <p:sldMasterId id="2147483700" r:id="rId2"/>
    <p:sldMasterId id="2147483703" r:id="rId3"/>
    <p:sldMasterId id="2147483715" r:id="rId4"/>
  </p:sldMasterIdLst>
  <p:notesMasterIdLst>
    <p:notesMasterId r:id="rId91"/>
  </p:notesMasterIdLst>
  <p:sldIdLst>
    <p:sldId id="1037" r:id="rId5"/>
    <p:sldId id="264" r:id="rId6"/>
    <p:sldId id="1038" r:id="rId7"/>
    <p:sldId id="1042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1043" r:id="rId16"/>
    <p:sldId id="265" r:id="rId17"/>
    <p:sldId id="266" r:id="rId18"/>
    <p:sldId id="267" r:id="rId19"/>
    <p:sldId id="268" r:id="rId20"/>
    <p:sldId id="256" r:id="rId21"/>
    <p:sldId id="1040" r:id="rId22"/>
    <p:sldId id="1044" r:id="rId23"/>
    <p:sldId id="1045" r:id="rId24"/>
    <p:sldId id="1046" r:id="rId25"/>
    <p:sldId id="1047" r:id="rId26"/>
    <p:sldId id="1048" r:id="rId27"/>
    <p:sldId id="1049" r:id="rId28"/>
    <p:sldId id="1050" r:id="rId29"/>
    <p:sldId id="1051" r:id="rId30"/>
    <p:sldId id="1052" r:id="rId31"/>
    <p:sldId id="1053" r:id="rId32"/>
    <p:sldId id="1054" r:id="rId33"/>
    <p:sldId id="352" r:id="rId34"/>
    <p:sldId id="353" r:id="rId35"/>
    <p:sldId id="702" r:id="rId36"/>
    <p:sldId id="367" r:id="rId37"/>
    <p:sldId id="707" r:id="rId38"/>
    <p:sldId id="708" r:id="rId39"/>
    <p:sldId id="269" r:id="rId40"/>
    <p:sldId id="270" r:id="rId41"/>
    <p:sldId id="271" r:id="rId42"/>
    <p:sldId id="272" r:id="rId43"/>
    <p:sldId id="273" r:id="rId44"/>
    <p:sldId id="274" r:id="rId45"/>
    <p:sldId id="275" r:id="rId46"/>
    <p:sldId id="276" r:id="rId47"/>
    <p:sldId id="277" r:id="rId48"/>
    <p:sldId id="278" r:id="rId49"/>
    <p:sldId id="279" r:id="rId50"/>
    <p:sldId id="280" r:id="rId51"/>
    <p:sldId id="281" r:id="rId52"/>
    <p:sldId id="1027" r:id="rId53"/>
    <p:sldId id="1021" r:id="rId54"/>
    <p:sldId id="283" r:id="rId55"/>
    <p:sldId id="284" r:id="rId56"/>
    <p:sldId id="285" r:id="rId57"/>
    <p:sldId id="286" r:id="rId58"/>
    <p:sldId id="287" r:id="rId59"/>
    <p:sldId id="288" r:id="rId60"/>
    <p:sldId id="289" r:id="rId61"/>
    <p:sldId id="290" r:id="rId62"/>
    <p:sldId id="291" r:id="rId63"/>
    <p:sldId id="292" r:id="rId64"/>
    <p:sldId id="293" r:id="rId65"/>
    <p:sldId id="294" r:id="rId66"/>
    <p:sldId id="1036" r:id="rId67"/>
    <p:sldId id="295" r:id="rId68"/>
    <p:sldId id="296" r:id="rId69"/>
    <p:sldId id="297" r:id="rId70"/>
    <p:sldId id="298" r:id="rId71"/>
    <p:sldId id="299" r:id="rId72"/>
    <p:sldId id="300" r:id="rId73"/>
    <p:sldId id="301" r:id="rId74"/>
    <p:sldId id="302" r:id="rId75"/>
    <p:sldId id="303" r:id="rId76"/>
    <p:sldId id="304" r:id="rId77"/>
    <p:sldId id="305" r:id="rId78"/>
    <p:sldId id="306" r:id="rId79"/>
    <p:sldId id="307" r:id="rId80"/>
    <p:sldId id="308" r:id="rId81"/>
    <p:sldId id="309" r:id="rId82"/>
    <p:sldId id="310" r:id="rId83"/>
    <p:sldId id="311" r:id="rId84"/>
    <p:sldId id="312" r:id="rId85"/>
    <p:sldId id="313" r:id="rId86"/>
    <p:sldId id="314" r:id="rId87"/>
    <p:sldId id="315" r:id="rId88"/>
    <p:sldId id="1041" r:id="rId89"/>
    <p:sldId id="1024" r:id="rId9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AB2B"/>
    <a:srgbClr val="F5D0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tableStyles" Target="tableStyle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1DDA35-AC0D-4DA6-B9C5-2CF9400B1A9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7777C6-71BD-4115-A804-0987E8D7E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49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139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5624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2691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7580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97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3656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0866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0139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2156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11641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1217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80119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0509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0336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39611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2241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38410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84726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95797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55887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92522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31705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15514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63985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36607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75140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3521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0838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57926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33407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54035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23074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84584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43456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75063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74204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82870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1253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441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839596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05450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762470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412310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47495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676498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801701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457489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959358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318789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612429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18704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565833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197261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836649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234461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953264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777859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796249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F674F-5FF1-4C50-AE02-5B1470F93F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6686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8726-CA8E-417B-9DC8-71A913D8385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DE00-6362-4B7B-A789-6778723C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964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8726-CA8E-417B-9DC8-71A913D8385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DE00-6362-4B7B-A789-6778723C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21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8726-CA8E-417B-9DC8-71A913D8385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DE00-6362-4B7B-A789-6778723C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22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8726-CA8E-417B-9DC8-71A913D8385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DE00-6362-4B7B-A789-6778723C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197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8726-CA8E-417B-9DC8-71A913D8385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DE00-6362-4B7B-A789-6778723C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53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8726-CA8E-417B-9DC8-71A913D8385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DE00-6362-4B7B-A789-6778723C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338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8726-CA8E-417B-9DC8-71A913D8385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DE00-6362-4B7B-A789-6778723C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456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8726-CA8E-417B-9DC8-71A913D8385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DE00-6362-4B7B-A789-6778723C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84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8726-CA8E-417B-9DC8-71A913D8385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DE00-6362-4B7B-A789-6778723C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388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8726-CA8E-417B-9DC8-71A913D8385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DE00-6362-4B7B-A789-6778723C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78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8726-CA8E-417B-9DC8-71A913D8385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DE00-6362-4B7B-A789-6778723C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/>
              <a:pPr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77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fld id="{15AFD0B9-2563-4BBF-916D-E3B1BDE1C92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12/4/2025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>
              <a:defRPr/>
            </a:pPr>
            <a:fld id="{8729B290-4D4E-42A9-AEFE-B623F3979A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545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B833D-D234-4E20-A6ED-7CE5D8D825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DA61-A383-4B95-8DA9-6DEF67DC9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6463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B833D-D234-4E20-A6ED-7CE5D8D825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DA61-A383-4B95-8DA9-6DEF67DC9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7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B833D-D234-4E20-A6ED-7CE5D8D825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DA61-A383-4B95-8DA9-6DEF67DC9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504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B833D-D234-4E20-A6ED-7CE5D8D825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DA61-A383-4B95-8DA9-6DEF67DC9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4377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B833D-D234-4E20-A6ED-7CE5D8D825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DA61-A383-4B95-8DA9-6DEF67DC9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6309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B833D-D234-4E20-A6ED-7CE5D8D825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DA61-A383-4B95-8DA9-6DEF67DC9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5220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B833D-D234-4E20-A6ED-7CE5D8D825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DA61-A383-4B95-8DA9-6DEF67DC9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427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B833D-D234-4E20-A6ED-7CE5D8D825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DA61-A383-4B95-8DA9-6DEF67DC9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7836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B833D-D234-4E20-A6ED-7CE5D8D825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DA61-A383-4B95-8DA9-6DEF67DC9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924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B833D-D234-4E20-A6ED-7CE5D8D825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DA61-A383-4B95-8DA9-6DEF67DC9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561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B833D-D234-4E20-A6ED-7CE5D8D825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DA61-A383-4B95-8DA9-6DEF67DC9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174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170"/>
            <a:fld id="{6C20D04A-6EF7-4665-B131-E359AC6C5C6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170"/>
              <a:t>12/6/2025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/>
            <a:fld id="{7BC8E0A6-1D75-4B7B-8C39-611D36EF23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153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18726-CA8E-417B-9DC8-71A913D8385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9DE00-6362-4B7B-A789-6778723C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956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8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393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166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bin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bin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bin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bin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bin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bin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bin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bin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bin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bin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5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bin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5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bin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5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bin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F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13">
            <a:extLst>
              <a:ext uri="{FF2B5EF4-FFF2-40B4-BE49-F238E27FC236}">
                <a16:creationId xmlns:a16="http://schemas.microsoft.com/office/drawing/2014/main" id="{D6B6AE4C-08E7-04BE-BF4C-59BA89415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8284" y="4369892"/>
            <a:ext cx="231775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glow rad="63500">
              <a:schemeClr val="tx1">
                <a:alpha val="99000"/>
              </a:schemeClr>
            </a:glow>
          </a:effec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glow rad="63500">
                  <a:prstClr val="black">
                    <a:alpha val="99000"/>
                  </a:prstClr>
                </a:glow>
              </a:effectLst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37" name="Oval 14">
            <a:extLst>
              <a:ext uri="{FF2B5EF4-FFF2-40B4-BE49-F238E27FC236}">
                <a16:creationId xmlns:a16="http://schemas.microsoft.com/office/drawing/2014/main" id="{05183F7F-DA93-CFC7-05F7-069B9C165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8284" y="4827092"/>
            <a:ext cx="231775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glow rad="63500">
              <a:schemeClr val="tx1">
                <a:alpha val="99000"/>
              </a:schemeClr>
            </a:glow>
          </a:effec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glow rad="63500">
                  <a:prstClr val="black">
                    <a:alpha val="99000"/>
                  </a:prstClr>
                </a:glow>
              </a:effectLst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38" name="Text Box 16">
            <a:extLst>
              <a:ext uri="{FF2B5EF4-FFF2-40B4-BE49-F238E27FC236}">
                <a16:creationId xmlns:a16="http://schemas.microsoft.com/office/drawing/2014/main" id="{02D6DCD1-BFDD-E3ED-0DD4-E9D7548CF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59</a:t>
            </a:r>
          </a:p>
        </p:txBody>
      </p:sp>
      <p:sp>
        <p:nvSpPr>
          <p:cNvPr id="41" name="Text Box 75">
            <a:extLst>
              <a:ext uri="{FF2B5EF4-FFF2-40B4-BE49-F238E27FC236}">
                <a16:creationId xmlns:a16="http://schemas.microsoft.com/office/drawing/2014/main" id="{2B42349A-9D8A-F685-B77E-42960C60D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58</a:t>
            </a:r>
          </a:p>
        </p:txBody>
      </p:sp>
      <p:sp>
        <p:nvSpPr>
          <p:cNvPr id="42" name="Text Box 76">
            <a:extLst>
              <a:ext uri="{FF2B5EF4-FFF2-40B4-BE49-F238E27FC236}">
                <a16:creationId xmlns:a16="http://schemas.microsoft.com/office/drawing/2014/main" id="{61826998-35D3-A93D-AF64-26FAB661A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57</a:t>
            </a:r>
          </a:p>
        </p:txBody>
      </p:sp>
      <p:sp>
        <p:nvSpPr>
          <p:cNvPr id="43" name="Text Box 77">
            <a:extLst>
              <a:ext uri="{FF2B5EF4-FFF2-40B4-BE49-F238E27FC236}">
                <a16:creationId xmlns:a16="http://schemas.microsoft.com/office/drawing/2014/main" id="{A7C1A8A7-9AA2-E3C7-9415-234934718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56</a:t>
            </a:r>
          </a:p>
        </p:txBody>
      </p:sp>
      <p:sp>
        <p:nvSpPr>
          <p:cNvPr id="44" name="Text Box 78">
            <a:extLst>
              <a:ext uri="{FF2B5EF4-FFF2-40B4-BE49-F238E27FC236}">
                <a16:creationId xmlns:a16="http://schemas.microsoft.com/office/drawing/2014/main" id="{72188662-ACF1-71A0-1992-0CB496779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55</a:t>
            </a:r>
          </a:p>
        </p:txBody>
      </p:sp>
      <p:sp>
        <p:nvSpPr>
          <p:cNvPr id="45" name="Text Box 79">
            <a:extLst>
              <a:ext uri="{FF2B5EF4-FFF2-40B4-BE49-F238E27FC236}">
                <a16:creationId xmlns:a16="http://schemas.microsoft.com/office/drawing/2014/main" id="{E4F671D1-EF11-7839-3E05-2C86FF8ED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54</a:t>
            </a:r>
          </a:p>
        </p:txBody>
      </p:sp>
      <p:sp>
        <p:nvSpPr>
          <p:cNvPr id="46" name="Text Box 80">
            <a:extLst>
              <a:ext uri="{FF2B5EF4-FFF2-40B4-BE49-F238E27FC236}">
                <a16:creationId xmlns:a16="http://schemas.microsoft.com/office/drawing/2014/main" id="{4A276F7F-8145-50D4-1EA1-F6059E6C2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53</a:t>
            </a:r>
          </a:p>
        </p:txBody>
      </p:sp>
      <p:sp>
        <p:nvSpPr>
          <p:cNvPr id="47" name="Text Box 81">
            <a:extLst>
              <a:ext uri="{FF2B5EF4-FFF2-40B4-BE49-F238E27FC236}">
                <a16:creationId xmlns:a16="http://schemas.microsoft.com/office/drawing/2014/main" id="{C2F6D8C1-E655-F156-7669-315A465B2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52</a:t>
            </a:r>
          </a:p>
        </p:txBody>
      </p:sp>
      <p:sp>
        <p:nvSpPr>
          <p:cNvPr id="48" name="Text Box 82">
            <a:extLst>
              <a:ext uri="{FF2B5EF4-FFF2-40B4-BE49-F238E27FC236}">
                <a16:creationId xmlns:a16="http://schemas.microsoft.com/office/drawing/2014/main" id="{F97D2FED-241B-89CE-5714-B34BAD15C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51</a:t>
            </a:r>
          </a:p>
        </p:txBody>
      </p:sp>
      <p:sp>
        <p:nvSpPr>
          <p:cNvPr id="49" name="Text Box 83">
            <a:extLst>
              <a:ext uri="{FF2B5EF4-FFF2-40B4-BE49-F238E27FC236}">
                <a16:creationId xmlns:a16="http://schemas.microsoft.com/office/drawing/2014/main" id="{5E58254C-875E-75DE-8B03-5036ED80D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50</a:t>
            </a:r>
          </a:p>
        </p:txBody>
      </p:sp>
      <p:sp>
        <p:nvSpPr>
          <p:cNvPr id="50" name="Text Box 84">
            <a:extLst>
              <a:ext uri="{FF2B5EF4-FFF2-40B4-BE49-F238E27FC236}">
                <a16:creationId xmlns:a16="http://schemas.microsoft.com/office/drawing/2014/main" id="{1FBF3AB0-7D1D-4B77-F880-9FC7137BF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49</a:t>
            </a:r>
          </a:p>
        </p:txBody>
      </p:sp>
      <p:sp>
        <p:nvSpPr>
          <p:cNvPr id="51" name="Text Box 85">
            <a:extLst>
              <a:ext uri="{FF2B5EF4-FFF2-40B4-BE49-F238E27FC236}">
                <a16:creationId xmlns:a16="http://schemas.microsoft.com/office/drawing/2014/main" id="{9782615D-B107-B3B1-4F4D-218A744C3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48</a:t>
            </a:r>
          </a:p>
        </p:txBody>
      </p:sp>
      <p:sp>
        <p:nvSpPr>
          <p:cNvPr id="52" name="Text Box 86">
            <a:extLst>
              <a:ext uri="{FF2B5EF4-FFF2-40B4-BE49-F238E27FC236}">
                <a16:creationId xmlns:a16="http://schemas.microsoft.com/office/drawing/2014/main" id="{45343531-EA9A-50D9-7AE6-D58DF360E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47</a:t>
            </a:r>
          </a:p>
        </p:txBody>
      </p:sp>
      <p:sp>
        <p:nvSpPr>
          <p:cNvPr id="53" name="Text Box 87">
            <a:extLst>
              <a:ext uri="{FF2B5EF4-FFF2-40B4-BE49-F238E27FC236}">
                <a16:creationId xmlns:a16="http://schemas.microsoft.com/office/drawing/2014/main" id="{7AEF133B-1AD6-3247-2BA0-47785276A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46</a:t>
            </a:r>
          </a:p>
        </p:txBody>
      </p:sp>
      <p:sp>
        <p:nvSpPr>
          <p:cNvPr id="54" name="Text Box 88">
            <a:extLst>
              <a:ext uri="{FF2B5EF4-FFF2-40B4-BE49-F238E27FC236}">
                <a16:creationId xmlns:a16="http://schemas.microsoft.com/office/drawing/2014/main" id="{15C70516-2219-8DEA-2123-B4C52AF3F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45</a:t>
            </a:r>
          </a:p>
        </p:txBody>
      </p:sp>
      <p:sp>
        <p:nvSpPr>
          <p:cNvPr id="55" name="Text Box 89">
            <a:extLst>
              <a:ext uri="{FF2B5EF4-FFF2-40B4-BE49-F238E27FC236}">
                <a16:creationId xmlns:a16="http://schemas.microsoft.com/office/drawing/2014/main" id="{6F3F4D52-A458-FA10-743F-09D4E78A7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44</a:t>
            </a:r>
          </a:p>
        </p:txBody>
      </p:sp>
      <p:sp>
        <p:nvSpPr>
          <p:cNvPr id="56" name="Text Box 90">
            <a:extLst>
              <a:ext uri="{FF2B5EF4-FFF2-40B4-BE49-F238E27FC236}">
                <a16:creationId xmlns:a16="http://schemas.microsoft.com/office/drawing/2014/main" id="{65076175-B213-D486-4DE6-1C47FDB59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43</a:t>
            </a:r>
          </a:p>
        </p:txBody>
      </p:sp>
      <p:sp>
        <p:nvSpPr>
          <p:cNvPr id="57" name="Text Box 91">
            <a:extLst>
              <a:ext uri="{FF2B5EF4-FFF2-40B4-BE49-F238E27FC236}">
                <a16:creationId xmlns:a16="http://schemas.microsoft.com/office/drawing/2014/main" id="{8CDE7346-2D2C-4FC0-CBA1-6A19EAD5F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42</a:t>
            </a:r>
          </a:p>
        </p:txBody>
      </p:sp>
      <p:sp>
        <p:nvSpPr>
          <p:cNvPr id="58" name="Text Box 92">
            <a:extLst>
              <a:ext uri="{FF2B5EF4-FFF2-40B4-BE49-F238E27FC236}">
                <a16:creationId xmlns:a16="http://schemas.microsoft.com/office/drawing/2014/main" id="{B18F5B21-FCAB-FC3E-451B-BD34C57B0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41</a:t>
            </a:r>
          </a:p>
        </p:txBody>
      </p:sp>
      <p:sp>
        <p:nvSpPr>
          <p:cNvPr id="59" name="Text Box 93">
            <a:extLst>
              <a:ext uri="{FF2B5EF4-FFF2-40B4-BE49-F238E27FC236}">
                <a16:creationId xmlns:a16="http://schemas.microsoft.com/office/drawing/2014/main" id="{F7C405BD-53A5-5951-2FBE-96BAF8D5B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40</a:t>
            </a:r>
          </a:p>
        </p:txBody>
      </p:sp>
      <p:sp>
        <p:nvSpPr>
          <p:cNvPr id="60" name="Text Box 94">
            <a:extLst>
              <a:ext uri="{FF2B5EF4-FFF2-40B4-BE49-F238E27FC236}">
                <a16:creationId xmlns:a16="http://schemas.microsoft.com/office/drawing/2014/main" id="{47487FF1-05F8-EC54-6B2B-47D7DA7D1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39</a:t>
            </a:r>
          </a:p>
        </p:txBody>
      </p:sp>
      <p:sp>
        <p:nvSpPr>
          <p:cNvPr id="61" name="Text Box 95">
            <a:extLst>
              <a:ext uri="{FF2B5EF4-FFF2-40B4-BE49-F238E27FC236}">
                <a16:creationId xmlns:a16="http://schemas.microsoft.com/office/drawing/2014/main" id="{A21E5743-EE47-64B2-9774-651A35F7D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38</a:t>
            </a:r>
          </a:p>
        </p:txBody>
      </p:sp>
      <p:sp>
        <p:nvSpPr>
          <p:cNvPr id="62" name="Text Box 96">
            <a:extLst>
              <a:ext uri="{FF2B5EF4-FFF2-40B4-BE49-F238E27FC236}">
                <a16:creationId xmlns:a16="http://schemas.microsoft.com/office/drawing/2014/main" id="{9DC4C999-4A3D-1D66-94B8-161D34ACD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37</a:t>
            </a:r>
          </a:p>
        </p:txBody>
      </p:sp>
      <p:sp>
        <p:nvSpPr>
          <p:cNvPr id="63" name="Text Box 97">
            <a:extLst>
              <a:ext uri="{FF2B5EF4-FFF2-40B4-BE49-F238E27FC236}">
                <a16:creationId xmlns:a16="http://schemas.microsoft.com/office/drawing/2014/main" id="{A9C81155-230B-386D-52B5-F246C8513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36</a:t>
            </a:r>
          </a:p>
        </p:txBody>
      </p:sp>
      <p:sp>
        <p:nvSpPr>
          <p:cNvPr id="64" name="Text Box 98">
            <a:extLst>
              <a:ext uri="{FF2B5EF4-FFF2-40B4-BE49-F238E27FC236}">
                <a16:creationId xmlns:a16="http://schemas.microsoft.com/office/drawing/2014/main" id="{A5D2B67F-0C7C-C40A-3AD7-F013D9873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35</a:t>
            </a:r>
          </a:p>
        </p:txBody>
      </p:sp>
      <p:sp>
        <p:nvSpPr>
          <p:cNvPr id="65" name="Text Box 99">
            <a:extLst>
              <a:ext uri="{FF2B5EF4-FFF2-40B4-BE49-F238E27FC236}">
                <a16:creationId xmlns:a16="http://schemas.microsoft.com/office/drawing/2014/main" id="{342F0B23-B439-991A-F016-2642E513F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34</a:t>
            </a:r>
          </a:p>
        </p:txBody>
      </p:sp>
      <p:sp>
        <p:nvSpPr>
          <p:cNvPr id="66" name="Text Box 100">
            <a:extLst>
              <a:ext uri="{FF2B5EF4-FFF2-40B4-BE49-F238E27FC236}">
                <a16:creationId xmlns:a16="http://schemas.microsoft.com/office/drawing/2014/main" id="{7666E33C-3D6F-CE55-C656-061328BBA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33</a:t>
            </a:r>
          </a:p>
        </p:txBody>
      </p:sp>
      <p:sp>
        <p:nvSpPr>
          <p:cNvPr id="67" name="Text Box 102">
            <a:extLst>
              <a:ext uri="{FF2B5EF4-FFF2-40B4-BE49-F238E27FC236}">
                <a16:creationId xmlns:a16="http://schemas.microsoft.com/office/drawing/2014/main" id="{F9C0A850-8B96-A744-11B5-85A39A888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32</a:t>
            </a:r>
          </a:p>
        </p:txBody>
      </p:sp>
      <p:sp>
        <p:nvSpPr>
          <p:cNvPr id="68" name="Text Box 103">
            <a:extLst>
              <a:ext uri="{FF2B5EF4-FFF2-40B4-BE49-F238E27FC236}">
                <a16:creationId xmlns:a16="http://schemas.microsoft.com/office/drawing/2014/main" id="{57208A52-3233-A32C-45B2-F51AD0C9F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31</a:t>
            </a:r>
          </a:p>
        </p:txBody>
      </p:sp>
      <p:sp>
        <p:nvSpPr>
          <p:cNvPr id="69" name="Text Box 104">
            <a:extLst>
              <a:ext uri="{FF2B5EF4-FFF2-40B4-BE49-F238E27FC236}">
                <a16:creationId xmlns:a16="http://schemas.microsoft.com/office/drawing/2014/main" id="{32F4B1AD-CE1E-9BB3-F05B-57FDD0945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30</a:t>
            </a:r>
          </a:p>
        </p:txBody>
      </p:sp>
      <p:sp>
        <p:nvSpPr>
          <p:cNvPr id="70" name="Text Box 105">
            <a:extLst>
              <a:ext uri="{FF2B5EF4-FFF2-40B4-BE49-F238E27FC236}">
                <a16:creationId xmlns:a16="http://schemas.microsoft.com/office/drawing/2014/main" id="{75EB72FB-2BDB-7544-2C07-ACED1D48F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29</a:t>
            </a:r>
          </a:p>
        </p:txBody>
      </p:sp>
      <p:sp>
        <p:nvSpPr>
          <p:cNvPr id="71" name="Text Box 106">
            <a:extLst>
              <a:ext uri="{FF2B5EF4-FFF2-40B4-BE49-F238E27FC236}">
                <a16:creationId xmlns:a16="http://schemas.microsoft.com/office/drawing/2014/main" id="{81DA439D-A28D-CABF-45F6-6DF167362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28</a:t>
            </a:r>
          </a:p>
        </p:txBody>
      </p:sp>
      <p:sp>
        <p:nvSpPr>
          <p:cNvPr id="72" name="Text Box 107">
            <a:extLst>
              <a:ext uri="{FF2B5EF4-FFF2-40B4-BE49-F238E27FC236}">
                <a16:creationId xmlns:a16="http://schemas.microsoft.com/office/drawing/2014/main" id="{FA6CBD0B-2C33-72D8-107D-CB3FEDD9E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27</a:t>
            </a:r>
          </a:p>
        </p:txBody>
      </p:sp>
      <p:sp>
        <p:nvSpPr>
          <p:cNvPr id="73" name="Text Box 108">
            <a:extLst>
              <a:ext uri="{FF2B5EF4-FFF2-40B4-BE49-F238E27FC236}">
                <a16:creationId xmlns:a16="http://schemas.microsoft.com/office/drawing/2014/main" id="{FE92FFD3-16A4-FD9D-8E64-922A352E2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26</a:t>
            </a:r>
          </a:p>
        </p:txBody>
      </p:sp>
      <p:sp>
        <p:nvSpPr>
          <p:cNvPr id="74" name="Text Box 109">
            <a:extLst>
              <a:ext uri="{FF2B5EF4-FFF2-40B4-BE49-F238E27FC236}">
                <a16:creationId xmlns:a16="http://schemas.microsoft.com/office/drawing/2014/main" id="{8FE4D660-79A0-77AB-13C4-9339786AE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25</a:t>
            </a:r>
          </a:p>
        </p:txBody>
      </p:sp>
      <p:sp>
        <p:nvSpPr>
          <p:cNvPr id="75" name="Text Box 110">
            <a:extLst>
              <a:ext uri="{FF2B5EF4-FFF2-40B4-BE49-F238E27FC236}">
                <a16:creationId xmlns:a16="http://schemas.microsoft.com/office/drawing/2014/main" id="{4A2AB003-7BBD-2FA0-D356-708220050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24</a:t>
            </a:r>
          </a:p>
        </p:txBody>
      </p:sp>
      <p:sp>
        <p:nvSpPr>
          <p:cNvPr id="76" name="Text Box 111">
            <a:extLst>
              <a:ext uri="{FF2B5EF4-FFF2-40B4-BE49-F238E27FC236}">
                <a16:creationId xmlns:a16="http://schemas.microsoft.com/office/drawing/2014/main" id="{785B0BEB-23BC-48F0-74DE-E591CDF3B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23</a:t>
            </a:r>
          </a:p>
        </p:txBody>
      </p:sp>
      <p:sp>
        <p:nvSpPr>
          <p:cNvPr id="77" name="Text Box 112">
            <a:extLst>
              <a:ext uri="{FF2B5EF4-FFF2-40B4-BE49-F238E27FC236}">
                <a16:creationId xmlns:a16="http://schemas.microsoft.com/office/drawing/2014/main" id="{265BD420-C41D-2374-9A79-5B7338468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22</a:t>
            </a:r>
          </a:p>
        </p:txBody>
      </p:sp>
      <p:sp>
        <p:nvSpPr>
          <p:cNvPr id="78" name="Text Box 113">
            <a:extLst>
              <a:ext uri="{FF2B5EF4-FFF2-40B4-BE49-F238E27FC236}">
                <a16:creationId xmlns:a16="http://schemas.microsoft.com/office/drawing/2014/main" id="{13BB2846-CFF2-4850-19B9-2F3E3DAC3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21</a:t>
            </a:r>
          </a:p>
        </p:txBody>
      </p:sp>
      <p:sp>
        <p:nvSpPr>
          <p:cNvPr id="79" name="Text Box 114">
            <a:extLst>
              <a:ext uri="{FF2B5EF4-FFF2-40B4-BE49-F238E27FC236}">
                <a16:creationId xmlns:a16="http://schemas.microsoft.com/office/drawing/2014/main" id="{567D7359-43B5-7361-1890-4ABA1A49E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20</a:t>
            </a:r>
          </a:p>
        </p:txBody>
      </p:sp>
      <p:sp>
        <p:nvSpPr>
          <p:cNvPr id="80" name="Text Box 115">
            <a:extLst>
              <a:ext uri="{FF2B5EF4-FFF2-40B4-BE49-F238E27FC236}">
                <a16:creationId xmlns:a16="http://schemas.microsoft.com/office/drawing/2014/main" id="{B3EB385E-9E6E-82D5-0554-ADAF32958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19</a:t>
            </a:r>
          </a:p>
        </p:txBody>
      </p:sp>
      <p:sp>
        <p:nvSpPr>
          <p:cNvPr id="81" name="Text Box 116">
            <a:extLst>
              <a:ext uri="{FF2B5EF4-FFF2-40B4-BE49-F238E27FC236}">
                <a16:creationId xmlns:a16="http://schemas.microsoft.com/office/drawing/2014/main" id="{92FD2445-F807-33CC-8146-B52AA70E9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18</a:t>
            </a:r>
          </a:p>
        </p:txBody>
      </p:sp>
      <p:sp>
        <p:nvSpPr>
          <p:cNvPr id="82" name="Text Box 117">
            <a:extLst>
              <a:ext uri="{FF2B5EF4-FFF2-40B4-BE49-F238E27FC236}">
                <a16:creationId xmlns:a16="http://schemas.microsoft.com/office/drawing/2014/main" id="{C67B1D8D-56AB-357B-7B0F-E64D8D0F4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17</a:t>
            </a:r>
          </a:p>
        </p:txBody>
      </p:sp>
      <p:sp>
        <p:nvSpPr>
          <p:cNvPr id="83" name="Text Box 118">
            <a:extLst>
              <a:ext uri="{FF2B5EF4-FFF2-40B4-BE49-F238E27FC236}">
                <a16:creationId xmlns:a16="http://schemas.microsoft.com/office/drawing/2014/main" id="{261057A3-86CA-2C6A-E2D7-BE12B3BD6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16</a:t>
            </a:r>
          </a:p>
        </p:txBody>
      </p:sp>
      <p:sp>
        <p:nvSpPr>
          <p:cNvPr id="84" name="Text Box 119">
            <a:extLst>
              <a:ext uri="{FF2B5EF4-FFF2-40B4-BE49-F238E27FC236}">
                <a16:creationId xmlns:a16="http://schemas.microsoft.com/office/drawing/2014/main" id="{4E9F323C-CF34-A761-F4C0-D2F17B71D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15</a:t>
            </a:r>
          </a:p>
        </p:txBody>
      </p:sp>
      <p:sp>
        <p:nvSpPr>
          <p:cNvPr id="85" name="Text Box 120">
            <a:extLst>
              <a:ext uri="{FF2B5EF4-FFF2-40B4-BE49-F238E27FC236}">
                <a16:creationId xmlns:a16="http://schemas.microsoft.com/office/drawing/2014/main" id="{4FBB627A-B29E-A4B4-2AA9-EDF6AF07C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14</a:t>
            </a:r>
          </a:p>
        </p:txBody>
      </p:sp>
      <p:sp>
        <p:nvSpPr>
          <p:cNvPr id="86" name="Text Box 121">
            <a:extLst>
              <a:ext uri="{FF2B5EF4-FFF2-40B4-BE49-F238E27FC236}">
                <a16:creationId xmlns:a16="http://schemas.microsoft.com/office/drawing/2014/main" id="{70311751-E286-5602-11C0-734E812C7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13</a:t>
            </a:r>
          </a:p>
        </p:txBody>
      </p:sp>
      <p:sp>
        <p:nvSpPr>
          <p:cNvPr id="87" name="Text Box 122">
            <a:extLst>
              <a:ext uri="{FF2B5EF4-FFF2-40B4-BE49-F238E27FC236}">
                <a16:creationId xmlns:a16="http://schemas.microsoft.com/office/drawing/2014/main" id="{7BB1C05E-5B52-3687-7C36-D837D5EF9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12</a:t>
            </a:r>
          </a:p>
        </p:txBody>
      </p:sp>
      <p:sp>
        <p:nvSpPr>
          <p:cNvPr id="88" name="Text Box 123">
            <a:extLst>
              <a:ext uri="{FF2B5EF4-FFF2-40B4-BE49-F238E27FC236}">
                <a16:creationId xmlns:a16="http://schemas.microsoft.com/office/drawing/2014/main" id="{7497634A-E96F-A74C-4F52-26E300157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11</a:t>
            </a:r>
          </a:p>
        </p:txBody>
      </p:sp>
      <p:sp>
        <p:nvSpPr>
          <p:cNvPr id="89" name="Text Box 124">
            <a:extLst>
              <a:ext uri="{FF2B5EF4-FFF2-40B4-BE49-F238E27FC236}">
                <a16:creationId xmlns:a16="http://schemas.microsoft.com/office/drawing/2014/main" id="{5BCE5C07-B2E6-0EC7-2543-BC0D30F86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10</a:t>
            </a:r>
          </a:p>
        </p:txBody>
      </p:sp>
      <p:sp>
        <p:nvSpPr>
          <p:cNvPr id="90" name="Text Box 125">
            <a:extLst>
              <a:ext uri="{FF2B5EF4-FFF2-40B4-BE49-F238E27FC236}">
                <a16:creationId xmlns:a16="http://schemas.microsoft.com/office/drawing/2014/main" id="{7EAAF50E-59A0-1C37-B041-22C2E6B58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09</a:t>
            </a:r>
          </a:p>
        </p:txBody>
      </p:sp>
      <p:sp>
        <p:nvSpPr>
          <p:cNvPr id="91" name="Text Box 126">
            <a:extLst>
              <a:ext uri="{FF2B5EF4-FFF2-40B4-BE49-F238E27FC236}">
                <a16:creationId xmlns:a16="http://schemas.microsoft.com/office/drawing/2014/main" id="{AD2709ED-641B-2E3F-2C80-4F5CBB4D5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08</a:t>
            </a:r>
          </a:p>
        </p:txBody>
      </p:sp>
      <p:sp>
        <p:nvSpPr>
          <p:cNvPr id="92" name="Text Box 127">
            <a:extLst>
              <a:ext uri="{FF2B5EF4-FFF2-40B4-BE49-F238E27FC236}">
                <a16:creationId xmlns:a16="http://schemas.microsoft.com/office/drawing/2014/main" id="{9FF5438E-DD4A-657E-0500-AB60E1AC4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07</a:t>
            </a:r>
          </a:p>
        </p:txBody>
      </p:sp>
      <p:sp>
        <p:nvSpPr>
          <p:cNvPr id="93" name="Text Box 128">
            <a:extLst>
              <a:ext uri="{FF2B5EF4-FFF2-40B4-BE49-F238E27FC236}">
                <a16:creationId xmlns:a16="http://schemas.microsoft.com/office/drawing/2014/main" id="{AF9E7A9C-D9BD-B8B1-E952-16085D197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06</a:t>
            </a:r>
          </a:p>
        </p:txBody>
      </p:sp>
      <p:sp>
        <p:nvSpPr>
          <p:cNvPr id="94" name="Text Box 129">
            <a:extLst>
              <a:ext uri="{FF2B5EF4-FFF2-40B4-BE49-F238E27FC236}">
                <a16:creationId xmlns:a16="http://schemas.microsoft.com/office/drawing/2014/main" id="{0D51D9AB-EA1B-FC0E-C666-0E7BFEADD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05</a:t>
            </a:r>
          </a:p>
        </p:txBody>
      </p:sp>
      <p:sp>
        <p:nvSpPr>
          <p:cNvPr id="95" name="Text Box 130">
            <a:extLst>
              <a:ext uri="{FF2B5EF4-FFF2-40B4-BE49-F238E27FC236}">
                <a16:creationId xmlns:a16="http://schemas.microsoft.com/office/drawing/2014/main" id="{B174FE43-E588-12E6-165C-9216B9876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04</a:t>
            </a:r>
          </a:p>
        </p:txBody>
      </p:sp>
      <p:sp>
        <p:nvSpPr>
          <p:cNvPr id="96" name="Text Box 131">
            <a:extLst>
              <a:ext uri="{FF2B5EF4-FFF2-40B4-BE49-F238E27FC236}">
                <a16:creationId xmlns:a16="http://schemas.microsoft.com/office/drawing/2014/main" id="{18638FFB-504F-4BAC-BE90-431E3034F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03</a:t>
            </a:r>
          </a:p>
        </p:txBody>
      </p:sp>
      <p:sp>
        <p:nvSpPr>
          <p:cNvPr id="97" name="Text Box 132">
            <a:extLst>
              <a:ext uri="{FF2B5EF4-FFF2-40B4-BE49-F238E27FC236}">
                <a16:creationId xmlns:a16="http://schemas.microsoft.com/office/drawing/2014/main" id="{8FC88379-5ACD-B49A-4E7D-07E62365B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98" name="Text Box 133">
            <a:extLst>
              <a:ext uri="{FF2B5EF4-FFF2-40B4-BE49-F238E27FC236}">
                <a16:creationId xmlns:a16="http://schemas.microsoft.com/office/drawing/2014/main" id="{E75998B3-8D24-19E7-C499-5F55E18C5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8" y="3607892"/>
            <a:ext cx="31242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101" name="Text Box 12">
            <a:extLst>
              <a:ext uri="{FF2B5EF4-FFF2-40B4-BE49-F238E27FC236}">
                <a16:creationId xmlns:a16="http://schemas.microsoft.com/office/drawing/2014/main" id="{71403396-43BA-95D6-2A4E-D6E979F04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7480" y="3607892"/>
            <a:ext cx="2852737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 dirty="0">
                <a:ln w="3175">
                  <a:solidFill>
                    <a:prstClr val="black"/>
                  </a:solidFill>
                </a:ln>
                <a:solidFill>
                  <a:srgbClr val="FFFF99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00</a:t>
            </a:r>
          </a:p>
        </p:txBody>
      </p:sp>
      <p:sp>
        <p:nvSpPr>
          <p:cNvPr id="102" name="Text Box 12">
            <a:extLst>
              <a:ext uri="{FF2B5EF4-FFF2-40B4-BE49-F238E27FC236}">
                <a16:creationId xmlns:a16="http://schemas.microsoft.com/office/drawing/2014/main" id="{75D48C18-F10C-BAE5-9073-CBB5F0FF2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59" y="3607892"/>
            <a:ext cx="2852737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 dirty="0">
                <a:ln w="3175">
                  <a:solidFill>
                    <a:prstClr val="black"/>
                  </a:solidFill>
                </a:ln>
                <a:solidFill>
                  <a:srgbClr val="FFFF99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E2FAF5-1915-22DD-49F0-4BD6009268E8}"/>
              </a:ext>
            </a:extLst>
          </p:cNvPr>
          <p:cNvSpPr txBox="1"/>
          <p:nvPr/>
        </p:nvSpPr>
        <p:spPr>
          <a:xfrm>
            <a:off x="0" y="544285"/>
            <a:ext cx="75329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Cronos Pro" panose="020C0502030403020304" pitchFamily="34" charset="0"/>
                <a:ea typeface="Adelon-Light" panose="00000300000000000000" pitchFamily="2" charset="0"/>
                <a:cs typeface="+mn-cs"/>
              </a:rPr>
              <a:t>Please </a:t>
            </a:r>
            <a:r>
              <a:rPr kumimoji="0" lang="en-US" sz="96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glow rad="63500">
                    <a:prstClr val="black">
                      <a:alpha val="99000"/>
                    </a:prstClr>
                  </a:glow>
                </a:effectLst>
                <a:uLnTx/>
                <a:uFillTx/>
                <a:latin typeface="Cronos Pro" panose="020C0502030403020304" pitchFamily="34" charset="0"/>
                <a:ea typeface="Adelon-Light" panose="00000300000000000000" pitchFamily="2" charset="0"/>
                <a:cs typeface="+mn-cs"/>
              </a:rPr>
              <a:t>be seated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glow rad="63500">
                  <a:prstClr val="black">
                    <a:alpha val="99000"/>
                  </a:prstClr>
                </a:glow>
              </a:effectLst>
              <a:uLnTx/>
              <a:uFillTx/>
              <a:latin typeface="Cronos Pro" panose="020C0502030403020304" pitchFamily="34" charset="0"/>
              <a:ea typeface="Adelon-Light" panose="00000300000000000000" pitchFamily="2" charset="0"/>
              <a:cs typeface="+mn-cs"/>
            </a:endParaRPr>
          </a:p>
        </p:txBody>
      </p:sp>
      <p:pic>
        <p:nvPicPr>
          <p:cNvPr id="3" name="Picture 2" descr="A bedroom with a bed and desk in a room&#10;&#10;Description automatically generated">
            <a:extLst>
              <a:ext uri="{FF2B5EF4-FFF2-40B4-BE49-F238E27FC236}">
                <a16:creationId xmlns:a16="http://schemas.microsoft.com/office/drawing/2014/main" id="{499F8358-4766-AB30-30CC-4F8252187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914" y="-285750"/>
            <a:ext cx="4953000" cy="7429500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1574449571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"/>
                                            </p:cond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"/>
                                            </p:cond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0"/>
                            </p:stCondLst>
                            <p:childTnLst>
                              <p:par>
                                <p:cTn id="20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0"/>
                                            </p:cond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"/>
                                            </p:cond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000"/>
                            </p:stCondLst>
                            <p:childTnLst>
                              <p:par>
                                <p:cTn id="26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6"/>
                                            </p:cond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0"/>
                            </p:stCondLst>
                            <p:childTnLst>
                              <p:par>
                                <p:cTn id="29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9000"/>
                            </p:stCondLst>
                            <p:childTnLst>
                              <p:par>
                                <p:cTn id="32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2"/>
                                            </p:cond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0"/>
                            </p:stCondLst>
                            <p:childTnLst>
                              <p:par>
                                <p:cTn id="35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1000"/>
                            </p:stCondLst>
                            <p:childTnLst>
                              <p:par>
                                <p:cTn id="38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8"/>
                                            </p:cond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0"/>
                            </p:stCondLst>
                            <p:childTnLst>
                              <p:par>
                                <p:cTn id="41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1"/>
                                            </p:cond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000"/>
                            </p:stCondLst>
                            <p:childTnLst>
                              <p:par>
                                <p:cTn id="44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4"/>
                                            </p:cond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4000"/>
                            </p:stCondLst>
                            <p:childTnLst>
                              <p:par>
                                <p:cTn id="47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7"/>
                                            </p:cond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0"/>
                            </p:stCondLst>
                            <p:childTnLst>
                              <p:par>
                                <p:cTn id="50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0"/>
                                            </p:cond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000"/>
                            </p:stCondLst>
                            <p:childTnLst>
                              <p:par>
                                <p:cTn id="53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3"/>
                                            </p:cond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7000"/>
                            </p:stCondLst>
                            <p:childTnLst>
                              <p:par>
                                <p:cTn id="56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6"/>
                                            </p:cond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8000"/>
                            </p:stCondLst>
                            <p:childTnLst>
                              <p:par>
                                <p:cTn id="59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9"/>
                                            </p:cond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000"/>
                            </p:stCondLst>
                            <p:childTnLst>
                              <p:par>
                                <p:cTn id="62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2"/>
                                            </p:cond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0"/>
                            </p:stCondLst>
                            <p:childTnLst>
                              <p:par>
                                <p:cTn id="65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5"/>
                                            </p:cond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1000"/>
                            </p:stCondLst>
                            <p:childTnLst>
                              <p:par>
                                <p:cTn id="68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8"/>
                                            </p:cond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2000"/>
                            </p:stCondLst>
                            <p:childTnLst>
                              <p:par>
                                <p:cTn id="71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1"/>
                                            </p:cond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3000"/>
                            </p:stCondLst>
                            <p:childTnLst>
                              <p:par>
                                <p:cTn id="74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4"/>
                                            </p:cond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4000"/>
                            </p:stCondLst>
                            <p:childTnLst>
                              <p:par>
                                <p:cTn id="77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7"/>
                                            </p:cond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0"/>
                            </p:stCondLst>
                            <p:childTnLst>
                              <p:par>
                                <p:cTn id="80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0"/>
                                            </p:cond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6000"/>
                            </p:stCondLst>
                            <p:childTnLst>
                              <p:par>
                                <p:cTn id="83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3"/>
                                            </p:cond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7000"/>
                            </p:stCondLst>
                            <p:childTnLst>
                              <p:par>
                                <p:cTn id="86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6"/>
                                            </p:cond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8000"/>
                            </p:stCondLst>
                            <p:childTnLst>
                              <p:par>
                                <p:cTn id="89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9"/>
                                            </p:cond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9000"/>
                            </p:stCondLst>
                            <p:childTnLst>
                              <p:par>
                                <p:cTn id="92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2"/>
                                            </p:cond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0000"/>
                            </p:stCondLst>
                            <p:childTnLst>
                              <p:par>
                                <p:cTn id="95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5"/>
                                            </p:cond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1000"/>
                            </p:stCondLst>
                            <p:childTnLst>
                              <p:par>
                                <p:cTn id="98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8"/>
                                            </p:cond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2000"/>
                            </p:stCondLst>
                            <p:childTnLst>
                              <p:par>
                                <p:cTn id="101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1"/>
                                            </p:cond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3000"/>
                            </p:stCondLst>
                            <p:childTnLst>
                              <p:par>
                                <p:cTn id="104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4"/>
                                            </p:cond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4000"/>
                            </p:stCondLst>
                            <p:childTnLst>
                              <p:par>
                                <p:cTn id="107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7"/>
                                            </p:cond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5000"/>
                            </p:stCondLst>
                            <p:childTnLst>
                              <p:par>
                                <p:cTn id="110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0"/>
                                            </p:cond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6000"/>
                            </p:stCondLst>
                            <p:childTnLst>
                              <p:par>
                                <p:cTn id="113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3"/>
                                            </p:cond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7000"/>
                            </p:stCondLst>
                            <p:childTnLst>
                              <p:par>
                                <p:cTn id="116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6"/>
                                            </p:cond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8000"/>
                            </p:stCondLst>
                            <p:childTnLst>
                              <p:par>
                                <p:cTn id="119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9"/>
                                            </p:cond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9000"/>
                            </p:stCondLst>
                            <p:childTnLst>
                              <p:par>
                                <p:cTn id="122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2"/>
                                            </p:cond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0000"/>
                            </p:stCondLst>
                            <p:childTnLst>
                              <p:par>
                                <p:cTn id="125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5"/>
                                            </p:cond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41000"/>
                            </p:stCondLst>
                            <p:childTnLst>
                              <p:par>
                                <p:cTn id="128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8"/>
                                            </p:cond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2000"/>
                            </p:stCondLst>
                            <p:childTnLst>
                              <p:par>
                                <p:cTn id="131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1"/>
                                            </p:cond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43000"/>
                            </p:stCondLst>
                            <p:childTnLst>
                              <p:par>
                                <p:cTn id="134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4"/>
                                            </p:cond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44000"/>
                            </p:stCondLst>
                            <p:childTnLst>
                              <p:par>
                                <p:cTn id="137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7"/>
                                            </p:cond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45000"/>
                            </p:stCondLst>
                            <p:childTnLst>
                              <p:par>
                                <p:cTn id="140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0"/>
                                            </p:cond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46000"/>
                            </p:stCondLst>
                            <p:childTnLst>
                              <p:par>
                                <p:cTn id="143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3"/>
                                            </p:cond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47000"/>
                            </p:stCondLst>
                            <p:childTnLst>
                              <p:par>
                                <p:cTn id="146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6"/>
                                            </p:cond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48000"/>
                            </p:stCondLst>
                            <p:childTnLst>
                              <p:par>
                                <p:cTn id="149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9"/>
                                            </p:cond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49000"/>
                            </p:stCondLst>
                            <p:childTnLst>
                              <p:par>
                                <p:cTn id="152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2"/>
                                            </p:cond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00"/>
                            </p:stCondLst>
                            <p:childTnLst>
                              <p:par>
                                <p:cTn id="155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5"/>
                                            </p:cond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1000"/>
                            </p:stCondLst>
                            <p:childTnLst>
                              <p:par>
                                <p:cTn id="158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8"/>
                                            </p:cond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2000"/>
                            </p:stCondLst>
                            <p:childTnLst>
                              <p:par>
                                <p:cTn id="161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61"/>
                                            </p:cond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3000"/>
                            </p:stCondLst>
                            <p:childTnLst>
                              <p:par>
                                <p:cTn id="164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64"/>
                                            </p:cond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4000"/>
                            </p:stCondLst>
                            <p:childTnLst>
                              <p:par>
                                <p:cTn id="167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67"/>
                                            </p:cond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5000"/>
                            </p:stCondLst>
                            <p:childTnLst>
                              <p:par>
                                <p:cTn id="170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0"/>
                                            </p:cond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6000"/>
                            </p:stCondLst>
                            <p:childTnLst>
                              <p:par>
                                <p:cTn id="173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3"/>
                                            </p:cond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7000"/>
                            </p:stCondLst>
                            <p:childTnLst>
                              <p:par>
                                <p:cTn id="176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6"/>
                                            </p:cond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8000"/>
                            </p:stCondLst>
                            <p:childTnLst>
                              <p:par>
                                <p:cTn id="179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9"/>
                                            </p:cond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81" presetID="50" presetClass="entr" presetSubtype="0" repeatCount="3000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64000"/>
                            </p:stCondLst>
                            <p:childTnLst>
                              <p:par>
                                <p:cTn id="1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101" grpId="0"/>
      <p:bldP spid="10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C93484B-8C28-495A-9BAF-5E2FE65ADEB5}"/>
              </a:ext>
            </a:extLst>
          </p:cNvPr>
          <p:cNvSpPr/>
          <p:nvPr/>
        </p:nvSpPr>
        <p:spPr>
          <a:xfrm>
            <a:off x="-4001" y="-14643"/>
            <a:ext cx="12196000" cy="68726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 descr="Icon&#10;&#10;Description automatically generated">
            <a:extLst>
              <a:ext uri="{FF2B5EF4-FFF2-40B4-BE49-F238E27FC236}">
                <a16:creationId xmlns:a16="http://schemas.microsoft.com/office/drawing/2014/main" id="{03018F94-371F-41F5-93A2-7CB3184ABD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25" b="567"/>
          <a:stretch/>
        </p:blipFill>
        <p:spPr>
          <a:xfrm>
            <a:off x="5489377" y="-21510"/>
            <a:ext cx="6702623" cy="6872643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566D8F28-161F-49B9-9724-8C79520BE9CA}"/>
              </a:ext>
            </a:extLst>
          </p:cNvPr>
          <p:cNvSpPr/>
          <p:nvPr/>
        </p:nvSpPr>
        <p:spPr>
          <a:xfrm>
            <a:off x="-4002" y="-14643"/>
            <a:ext cx="7067372" cy="6858911"/>
          </a:xfrm>
          <a:custGeom>
            <a:avLst/>
            <a:gdLst>
              <a:gd name="connsiteX0" fmla="*/ 7067372 w 7067372"/>
              <a:gd name="connsiteY0" fmla="*/ 6845181 h 6845181"/>
              <a:gd name="connsiteX1" fmla="*/ 0 w 7067372"/>
              <a:gd name="connsiteY1" fmla="*/ 6845181 h 6845181"/>
              <a:gd name="connsiteX2" fmla="*/ 0 w 7067372"/>
              <a:gd name="connsiteY2" fmla="*/ 0 h 6845181"/>
              <a:gd name="connsiteX3" fmla="*/ 4700187 w 7067372"/>
              <a:gd name="connsiteY3" fmla="*/ 8546 h 6845181"/>
              <a:gd name="connsiteX4" fmla="*/ 7067372 w 7067372"/>
              <a:gd name="connsiteY4" fmla="*/ 6845181 h 684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67372" h="6845181">
                <a:moveTo>
                  <a:pt x="7067372" y="6845181"/>
                </a:moveTo>
                <a:lnTo>
                  <a:pt x="0" y="6845181"/>
                </a:lnTo>
                <a:lnTo>
                  <a:pt x="0" y="0"/>
                </a:lnTo>
                <a:lnTo>
                  <a:pt x="4700187" y="8546"/>
                </a:lnTo>
                <a:lnTo>
                  <a:pt x="7067372" y="6845181"/>
                </a:lnTo>
                <a:close/>
              </a:path>
            </a:pathLst>
          </a:custGeom>
          <a:solidFill>
            <a:schemeClr val="tx1">
              <a:lumMod val="75000"/>
              <a:lumOff val="2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83DF5B1-1247-4683-A62F-C1EB8594936A}"/>
              </a:ext>
            </a:extLst>
          </p:cNvPr>
          <p:cNvSpPr/>
          <p:nvPr/>
        </p:nvSpPr>
        <p:spPr>
          <a:xfrm>
            <a:off x="0" y="-478"/>
            <a:ext cx="6033331" cy="6858478"/>
          </a:xfrm>
          <a:custGeom>
            <a:avLst/>
            <a:gdLst>
              <a:gd name="connsiteX0" fmla="*/ 3700329 w 6033331"/>
              <a:gd name="connsiteY0" fmla="*/ 0 h 6836635"/>
              <a:gd name="connsiteX1" fmla="*/ 0 w 6033331"/>
              <a:gd name="connsiteY1" fmla="*/ 0 h 6836635"/>
              <a:gd name="connsiteX2" fmla="*/ 0 w 6033331"/>
              <a:gd name="connsiteY2" fmla="*/ 6836635 h 6836635"/>
              <a:gd name="connsiteX3" fmla="*/ 6033331 w 6033331"/>
              <a:gd name="connsiteY3" fmla="*/ 6836635 h 6836635"/>
              <a:gd name="connsiteX4" fmla="*/ 3700329 w 6033331"/>
              <a:gd name="connsiteY4" fmla="*/ 0 h 6836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3331" h="6836635">
                <a:moveTo>
                  <a:pt x="3700329" y="0"/>
                </a:moveTo>
                <a:lnTo>
                  <a:pt x="0" y="0"/>
                </a:lnTo>
                <a:lnTo>
                  <a:pt x="0" y="6836635"/>
                </a:lnTo>
                <a:lnTo>
                  <a:pt x="6033331" y="6836635"/>
                </a:lnTo>
                <a:lnTo>
                  <a:pt x="3700329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Picture 37" descr="A picture containing icon&#10;&#10;Description automatically generated">
            <a:extLst>
              <a:ext uri="{FF2B5EF4-FFF2-40B4-BE49-F238E27FC236}">
                <a16:creationId xmlns:a16="http://schemas.microsoft.com/office/drawing/2014/main" id="{A1B8B8ED-6556-4D34-83D7-75A2FC0387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46" y="5456282"/>
            <a:ext cx="5221730" cy="9370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B1F480-70B0-4D44-AABD-6E4D1DD767C4}"/>
              </a:ext>
            </a:extLst>
          </p:cNvPr>
          <p:cNvSpPr txBox="1"/>
          <p:nvPr/>
        </p:nvSpPr>
        <p:spPr>
          <a:xfrm>
            <a:off x="-13052" y="3382808"/>
            <a:ext cx="48152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B7AEB1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WELCOME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B7AEB1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C062B9-074B-D5AD-3389-CA73C715A232}"/>
              </a:ext>
            </a:extLst>
          </p:cNvPr>
          <p:cNvSpPr txBox="1"/>
          <p:nvPr/>
        </p:nvSpPr>
        <p:spPr>
          <a:xfrm>
            <a:off x="42213" y="4219417"/>
            <a:ext cx="48152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B7AEB1"/>
                </a:solidFill>
                <a:effectLst/>
                <a:uLnTx/>
                <a:uFillTx/>
                <a:latin typeface="Agnes" panose="00000400000000000000" pitchFamily="2" charset="0"/>
                <a:ea typeface="+mn-ea"/>
                <a:cs typeface="Aharoni" panose="02010803020104030203" pitchFamily="2" charset="-79"/>
              </a:rPr>
              <a:t>to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B7AEB1"/>
              </a:solidFill>
              <a:effectLst/>
              <a:uLnTx/>
              <a:uFillTx/>
              <a:latin typeface="Agnes" panose="00000400000000000000" pitchFamily="2" charset="0"/>
              <a:ea typeface="+mn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53417798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2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oly Bible on black wooden bench">
            <a:extLst>
              <a:ext uri="{FF2B5EF4-FFF2-40B4-BE49-F238E27FC236}">
                <a16:creationId xmlns:a16="http://schemas.microsoft.com/office/drawing/2014/main" id="{7BCF64C6-EB10-6C2E-320F-A3AD5082F6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 b="15000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8A8414-CA8B-C4CE-74A1-6A0DFF7F22E1}"/>
              </a:ext>
            </a:extLst>
          </p:cNvPr>
          <p:cNvSpPr txBox="1"/>
          <p:nvPr/>
        </p:nvSpPr>
        <p:spPr>
          <a:xfrm>
            <a:off x="-485774" y="950490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7200" b="1" dirty="0">
                <a:solidFill>
                  <a:prstClr val="white"/>
                </a:solidFill>
                <a:effectLst>
                  <a:glow rad="76200">
                    <a:prstClr val="black"/>
                  </a:glow>
                </a:effectLst>
                <a:latin typeface="Futura Std Condensed ExtBd" panose="020B0806020204030204" pitchFamily="34" charset="0"/>
              </a:rPr>
              <a:t>Call to Worship</a:t>
            </a:r>
            <a:endParaRPr lang="en-US" sz="7200" dirty="0">
              <a:solidFill>
                <a:prstClr val="white"/>
              </a:solidFill>
              <a:effectLst>
                <a:glow rad="76200">
                  <a:prstClr val="black"/>
                </a:glow>
              </a:effectLst>
              <a:latin typeface="Futura Std Condensed ExtBd" panose="020B0806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530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073 - Sweet Hour Of Prayer - Title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358596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073 - Sweet Hour Of Prayer - 1.1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638152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073 - Sweet Hour Of Prayer - 1.2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293823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073 - Sweet Hour Of Prayer - 1.3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1758536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073 - Sweet Hour Of Prayer - 1.4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End of Verse 1</a:t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2143969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073 - Sweet Hour Of Prayer - 2.1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1408219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073 - Sweet Hour Of Prayer - 2.2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4069565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073 - Sweet Hour Of Prayer - 2.3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379218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073 - Sweet Hour Of Prayer - 2.4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End of Verse 2</a:t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415494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073 - Sweet Hour Of Prayer - 3.1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3608743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073 - Sweet Hour Of Prayer - 3.2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4238366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073 - Sweet Hour Of Prayer - 3.3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3684679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073 - Sweet Hour Of Prayer - 3.4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End of Song</a:t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2298291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hands folded in prayer&#10;&#10;AI-generated content may be incorrect.">
            <a:extLst>
              <a:ext uri="{FF2B5EF4-FFF2-40B4-BE49-F238E27FC236}">
                <a16:creationId xmlns:a16="http://schemas.microsoft.com/office/drawing/2014/main" id="{B7106A53-2C5E-4BAF-E750-92D810D658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D26C3C-AE4E-1FDA-9744-E68F98970FF4}"/>
              </a:ext>
            </a:extLst>
          </p:cNvPr>
          <p:cNvSpPr txBox="1"/>
          <p:nvPr/>
        </p:nvSpPr>
        <p:spPr>
          <a:xfrm>
            <a:off x="0" y="496888"/>
            <a:ext cx="7073412" cy="2215991"/>
          </a:xfrm>
          <a:prstGeom prst="rect">
            <a:avLst/>
          </a:prstGeom>
          <a:noFill/>
          <a:effectLst>
            <a:glow rad="127000">
              <a:srgbClr val="916A48"/>
            </a:glow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 dirty="0">
                <a:ln>
                  <a:noFill/>
                </a:ln>
                <a:solidFill>
                  <a:srgbClr val="5C3E22"/>
                </a:solidFill>
                <a:effectLst>
                  <a:glow rad="38100">
                    <a:srgbClr val="E2CBB6">
                      <a:alpha val="39000"/>
                    </a:srgbClr>
                  </a:glow>
                </a:effectLst>
                <a:uLnTx/>
                <a:uFillTx/>
                <a:latin typeface="Sylfaen" panose="010A0502050306030303" pitchFamily="18" charset="0"/>
                <a:ea typeface="+mn-ea"/>
                <a:cs typeface="Aharoni" panose="02010803020104030203" pitchFamily="2" charset="-79"/>
              </a:rPr>
              <a:t>Prayer</a:t>
            </a:r>
            <a:endParaRPr kumimoji="0" lang="en-US" sz="19900" b="1" i="0" u="none" strike="noStrike" kern="1200" cap="none" spc="0" normalizeH="0" baseline="0" noProof="0" dirty="0">
              <a:ln>
                <a:noFill/>
              </a:ln>
              <a:solidFill>
                <a:srgbClr val="5C3E22"/>
              </a:solidFill>
              <a:effectLst>
                <a:glow rad="38100">
                  <a:srgbClr val="E2CBB6">
                    <a:alpha val="39000"/>
                  </a:srgbClr>
                </a:glow>
              </a:effectLst>
              <a:uLnTx/>
              <a:uFillTx/>
              <a:latin typeface="Sylfaen" panose="010A0502050306030303" pitchFamily="18" charset="0"/>
              <a:ea typeface="+mn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51332106"/>
      </p:ext>
    </p:extLst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rgbClr val="C00000"/>
            </a:gs>
            <a:gs pos="82720">
              <a:srgbClr val="06000C"/>
            </a:gs>
            <a:gs pos="88000">
              <a:schemeClr val="accent1">
                <a:lumMod val="0"/>
              </a:schemeClr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2D92AF-5FF8-6285-E77B-ADB410C01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36F8398-28A6-0B7B-9C78-C60033C1FB5A}"/>
              </a:ext>
            </a:extLst>
          </p:cNvPr>
          <p:cNvSpPr txBox="1"/>
          <p:nvPr/>
        </p:nvSpPr>
        <p:spPr>
          <a:xfrm>
            <a:off x="4100903" y="556736"/>
            <a:ext cx="39901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189">
              <a:defRPr/>
            </a:pPr>
            <a:r>
              <a:rPr lang="en-US" sz="4000" dirty="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Only on the Slides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3B0DC4-534F-FBF3-CBD3-38A0AE540FD7}"/>
              </a:ext>
            </a:extLst>
          </p:cNvPr>
          <p:cNvSpPr txBox="1"/>
          <p:nvPr/>
        </p:nvSpPr>
        <p:spPr>
          <a:xfrm>
            <a:off x="5257800" y="6381691"/>
            <a:ext cx="185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9">
              <a:defRPr/>
            </a:pPr>
            <a:r>
              <a:rPr lang="en-US" dirty="0">
                <a:solidFill>
                  <a:prstClr val="white"/>
                </a:solidFill>
                <a:latin typeface="Calibri" panose="020F0502020204030204"/>
                <a:ea typeface="MS PGothic" panose="020B0600070205080204" pitchFamily="34" charset="-128"/>
              </a:rPr>
              <a:t>CCLI #21593236</a:t>
            </a:r>
          </a:p>
        </p:txBody>
      </p:sp>
      <p:sp>
        <p:nvSpPr>
          <p:cNvPr id="4" name="Text Box 16">
            <a:extLst>
              <a:ext uri="{FF2B5EF4-FFF2-40B4-BE49-F238E27FC236}">
                <a16:creationId xmlns:a16="http://schemas.microsoft.com/office/drawing/2014/main" id="{F6F132C6-2612-A13B-604E-A060CAC41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41903"/>
            <a:ext cx="7416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defTabSz="457189" eaLnBrk="1" hangingPunct="1"/>
            <a:r>
              <a:rPr lang="en-US" altLang="en-US" sz="1600">
                <a:solidFill>
                  <a:prstClr val="white"/>
                </a:solidFill>
              </a:rPr>
              <a:t>Arr: Mike Rogers</a:t>
            </a:r>
          </a:p>
          <a:p>
            <a:pPr defTabSz="457189" eaLnBrk="1" hangingPunct="1"/>
            <a:r>
              <a:rPr lang="en-US" altLang="en-US" sz="1600">
                <a:solidFill>
                  <a:prstClr val="white"/>
                </a:solidFill>
              </a:rPr>
              <a:t>Words and Music by: Mike Rogers</a:t>
            </a:r>
          </a:p>
        </p:txBody>
      </p:sp>
      <p:sp>
        <p:nvSpPr>
          <p:cNvPr id="7" name="Text Box 17">
            <a:extLst>
              <a:ext uri="{FF2B5EF4-FFF2-40B4-BE49-F238E27FC236}">
                <a16:creationId xmlns:a16="http://schemas.microsoft.com/office/drawing/2014/main" id="{8F61DCFA-5A49-E036-E48D-DA7C841CC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0" y="6465875"/>
            <a:ext cx="4064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189"/>
            <a:r>
              <a:rPr lang="en-US" altLang="en-US" sz="1600" dirty="0">
                <a:solidFill>
                  <a:prstClr val="white"/>
                </a:solidFill>
              </a:rPr>
              <a:t>© 2014 The </a:t>
            </a:r>
            <a:r>
              <a:rPr lang="en-US" altLang="en-US" sz="1600" dirty="0" err="1">
                <a:solidFill>
                  <a:prstClr val="white"/>
                </a:solidFill>
              </a:rPr>
              <a:t>Acappella</a:t>
            </a:r>
            <a:r>
              <a:rPr lang="en-US" altLang="en-US" sz="1600" dirty="0">
                <a:solidFill>
                  <a:prstClr val="white"/>
                </a:solidFill>
              </a:rPr>
              <a:t> Company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A6577A-4BCC-3045-B0A9-0CDD1F76ACE2}"/>
              </a:ext>
            </a:extLst>
          </p:cNvPr>
          <p:cNvSpPr txBox="1"/>
          <p:nvPr/>
        </p:nvSpPr>
        <p:spPr>
          <a:xfrm>
            <a:off x="609600" y="3140968"/>
            <a:ext cx="10972800" cy="173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sz="2667" i="1" dirty="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“For as by a man came death, by a man has come also the resurrection of the dead. For as in Adam all die, so also in Christ shall all be made alive.”</a:t>
            </a:r>
          </a:p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en-US" sz="2667" i="1" dirty="0">
              <a:solidFill>
                <a:prstClr val="white"/>
              </a:solidFill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sz="2667" i="1" dirty="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1 Corinthians 15: 21-22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714940-AA42-907F-ABC5-2DAEF8E83B67}"/>
              </a:ext>
            </a:extLst>
          </p:cNvPr>
          <p:cNvSpPr txBox="1"/>
          <p:nvPr/>
        </p:nvSpPr>
        <p:spPr>
          <a:xfrm>
            <a:off x="3254839" y="1689894"/>
            <a:ext cx="56823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sz="7200" dirty="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Oh, The Blood</a:t>
            </a:r>
          </a:p>
        </p:txBody>
      </p:sp>
    </p:spTree>
    <p:extLst>
      <p:ext uri="{BB962C8B-B14F-4D97-AF65-F5344CB8AC3E}">
        <p14:creationId xmlns:p14="http://schemas.microsoft.com/office/powerpoint/2010/main" val="88664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9">
            <a:extLst>
              <a:ext uri="{FF2B5EF4-FFF2-40B4-BE49-F238E27FC236}">
                <a16:creationId xmlns:a16="http://schemas.microsoft.com/office/drawing/2014/main" id="{860A5A46-5224-6488-8D89-96619CF1B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defTabSz="457189"/>
            <a:r>
              <a:rPr lang="en-US" altLang="en-US" dirty="0">
                <a:solidFill>
                  <a:srgbClr val="44546A"/>
                </a:solidFill>
              </a:rPr>
              <a:t>V1a – Oh the Blood</a:t>
            </a:r>
          </a:p>
        </p:txBody>
      </p:sp>
      <p:sp>
        <p:nvSpPr>
          <p:cNvPr id="13315" name="Text Box 17">
            <a:extLst>
              <a:ext uri="{FF2B5EF4-FFF2-40B4-BE49-F238E27FC236}">
                <a16:creationId xmlns:a16="http://schemas.microsoft.com/office/drawing/2014/main" id="{5AE8B765-350D-C583-1864-ADB0C14E9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0" y="6582835"/>
            <a:ext cx="4064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189"/>
            <a:r>
              <a:rPr lang="en-US" altLang="en-US" sz="1600" dirty="0">
                <a:solidFill>
                  <a:prstClr val="black"/>
                </a:solidFill>
              </a:rPr>
              <a:t>© 2014 The </a:t>
            </a:r>
            <a:r>
              <a:rPr lang="en-US" altLang="en-US" sz="1600" dirty="0" err="1">
                <a:solidFill>
                  <a:prstClr val="black"/>
                </a:solidFill>
              </a:rPr>
              <a:t>Acappella</a:t>
            </a:r>
            <a:r>
              <a:rPr lang="en-US" altLang="en-US" sz="1600" dirty="0">
                <a:solidFill>
                  <a:prstClr val="black"/>
                </a:solidFill>
              </a:rPr>
              <a:t> Company</a:t>
            </a:r>
          </a:p>
        </p:txBody>
      </p:sp>
      <p:sp>
        <p:nvSpPr>
          <p:cNvPr id="13316" name="Text Box 16">
            <a:extLst>
              <a:ext uri="{FF2B5EF4-FFF2-40B4-BE49-F238E27FC236}">
                <a16:creationId xmlns:a16="http://schemas.microsoft.com/office/drawing/2014/main" id="{6BC9AD2D-48D0-241F-E502-E9A9D3121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73802"/>
            <a:ext cx="7416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defTabSz="457189" eaLnBrk="1" hangingPunct="1"/>
            <a:r>
              <a:rPr lang="en-US" altLang="en-US" sz="1600">
                <a:solidFill>
                  <a:srgbClr val="000000"/>
                </a:solidFill>
              </a:rPr>
              <a:t>Arr: Mike Rogers</a:t>
            </a:r>
          </a:p>
          <a:p>
            <a:pPr defTabSz="457189" eaLnBrk="1" hangingPunct="1"/>
            <a:r>
              <a:rPr lang="en-US" altLang="en-US" sz="1600">
                <a:solidFill>
                  <a:srgbClr val="000000"/>
                </a:solidFill>
              </a:rPr>
              <a:t>Words and Music by: Mike Rogers</a:t>
            </a:r>
          </a:p>
        </p:txBody>
      </p:sp>
      <p:pic>
        <p:nvPicPr>
          <p:cNvPr id="13317" name="Picture 1">
            <a:extLst>
              <a:ext uri="{FF2B5EF4-FFF2-40B4-BE49-F238E27FC236}">
                <a16:creationId xmlns:a16="http://schemas.microsoft.com/office/drawing/2014/main" id="{6377714E-5CEA-659D-635A-57B8D5585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-137582"/>
            <a:ext cx="10227733" cy="383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3">
            <a:extLst>
              <a:ext uri="{FF2B5EF4-FFF2-40B4-BE49-F238E27FC236}">
                <a16:creationId xmlns:a16="http://schemas.microsoft.com/office/drawing/2014/main" id="{6790B85B-A9CE-28AD-8CA3-994FE908C7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3124200"/>
            <a:ext cx="10227733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2670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9">
            <a:extLst>
              <a:ext uri="{FF2B5EF4-FFF2-40B4-BE49-F238E27FC236}">
                <a16:creationId xmlns:a16="http://schemas.microsoft.com/office/drawing/2014/main" id="{BD37DE7A-147E-FF73-A66A-173FDE2C3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defTabSz="457189"/>
            <a:r>
              <a:rPr lang="en-US" altLang="en-US">
                <a:solidFill>
                  <a:srgbClr val="44546A"/>
                </a:solidFill>
              </a:rPr>
              <a:t>V1b – Oh the Blood</a:t>
            </a:r>
          </a:p>
        </p:txBody>
      </p:sp>
      <p:pic>
        <p:nvPicPr>
          <p:cNvPr id="14339" name="Picture 1">
            <a:extLst>
              <a:ext uri="{FF2B5EF4-FFF2-40B4-BE49-F238E27FC236}">
                <a16:creationId xmlns:a16="http://schemas.microsoft.com/office/drawing/2014/main" id="{26F2FB11-6960-EA0D-B6F1-F1224D8F8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-141817"/>
            <a:ext cx="10227733" cy="383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3">
            <a:extLst>
              <a:ext uri="{FF2B5EF4-FFF2-40B4-BE49-F238E27FC236}">
                <a16:creationId xmlns:a16="http://schemas.microsoft.com/office/drawing/2014/main" id="{65361090-6E59-CA8C-40A1-449A38AE2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3124200"/>
            <a:ext cx="10227733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138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9">
            <a:extLst>
              <a:ext uri="{FF2B5EF4-FFF2-40B4-BE49-F238E27FC236}">
                <a16:creationId xmlns:a16="http://schemas.microsoft.com/office/drawing/2014/main" id="{AC5FDF0B-8FBC-9B75-DFB7-64638E266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defTabSz="457189"/>
            <a:r>
              <a:rPr lang="en-US" altLang="en-US">
                <a:solidFill>
                  <a:srgbClr val="44546A"/>
                </a:solidFill>
              </a:rPr>
              <a:t>C1a – Oh the Blood</a:t>
            </a:r>
          </a:p>
        </p:txBody>
      </p:sp>
      <p:pic>
        <p:nvPicPr>
          <p:cNvPr id="15363" name="Picture 2">
            <a:extLst>
              <a:ext uri="{FF2B5EF4-FFF2-40B4-BE49-F238E27FC236}">
                <a16:creationId xmlns:a16="http://schemas.microsoft.com/office/drawing/2014/main" id="{F062CA41-89A8-5AE1-28B0-38F327285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-129117"/>
            <a:ext cx="10227733" cy="383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7">
            <a:extLst>
              <a:ext uri="{FF2B5EF4-FFF2-40B4-BE49-F238E27FC236}">
                <a16:creationId xmlns:a16="http://schemas.microsoft.com/office/drawing/2014/main" id="{60F20B9B-37B2-AF9B-B382-5AD64FF8C4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3134784"/>
            <a:ext cx="10227733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72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9">
            <a:extLst>
              <a:ext uri="{FF2B5EF4-FFF2-40B4-BE49-F238E27FC236}">
                <a16:creationId xmlns:a16="http://schemas.microsoft.com/office/drawing/2014/main" id="{6E3D0C84-09FA-7665-DCC2-FCBB15602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defTabSz="457189"/>
            <a:r>
              <a:rPr lang="en-US" altLang="en-US">
                <a:solidFill>
                  <a:srgbClr val="44546A"/>
                </a:solidFill>
              </a:rPr>
              <a:t>C1b – Oh the Blood</a:t>
            </a:r>
          </a:p>
        </p:txBody>
      </p:sp>
      <p:pic>
        <p:nvPicPr>
          <p:cNvPr id="16387" name="Picture 1">
            <a:extLst>
              <a:ext uri="{FF2B5EF4-FFF2-40B4-BE49-F238E27FC236}">
                <a16:creationId xmlns:a16="http://schemas.microsoft.com/office/drawing/2014/main" id="{4A61A849-907A-B6B1-2C6E-DC1770F26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3130551"/>
            <a:ext cx="10227733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2">
            <a:extLst>
              <a:ext uri="{FF2B5EF4-FFF2-40B4-BE49-F238E27FC236}">
                <a16:creationId xmlns:a16="http://schemas.microsoft.com/office/drawing/2014/main" id="{4D3E03E2-B7ED-999A-4E8F-7A01A1EE2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-129117"/>
            <a:ext cx="10227733" cy="383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854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9">
            <a:extLst>
              <a:ext uri="{FF2B5EF4-FFF2-40B4-BE49-F238E27FC236}">
                <a16:creationId xmlns:a16="http://schemas.microsoft.com/office/drawing/2014/main" id="{A9082654-1B89-18C1-03B0-7AD0A192F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defTabSz="457189"/>
            <a:r>
              <a:rPr lang="en-US" altLang="en-US">
                <a:solidFill>
                  <a:srgbClr val="44546A"/>
                </a:solidFill>
              </a:rPr>
              <a:t>V2a – Oh the Blood</a:t>
            </a:r>
          </a:p>
        </p:txBody>
      </p:sp>
      <p:sp>
        <p:nvSpPr>
          <p:cNvPr id="17411" name="Text Box 17">
            <a:extLst>
              <a:ext uri="{FF2B5EF4-FFF2-40B4-BE49-F238E27FC236}">
                <a16:creationId xmlns:a16="http://schemas.microsoft.com/office/drawing/2014/main" id="{662A15A3-344E-5AA8-17A4-446B14361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0" y="6582835"/>
            <a:ext cx="4064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189"/>
            <a:r>
              <a:rPr lang="en-US" altLang="en-US" sz="1600">
                <a:solidFill>
                  <a:prstClr val="black"/>
                </a:solidFill>
              </a:rPr>
              <a:t>© 2014 The Acappella Company</a:t>
            </a:r>
          </a:p>
        </p:txBody>
      </p:sp>
      <p:pic>
        <p:nvPicPr>
          <p:cNvPr id="17412" name="Picture 1">
            <a:extLst>
              <a:ext uri="{FF2B5EF4-FFF2-40B4-BE49-F238E27FC236}">
                <a16:creationId xmlns:a16="http://schemas.microsoft.com/office/drawing/2014/main" id="{84056960-C91B-50F6-08EA-CE602D5F76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-129117"/>
            <a:ext cx="10227733" cy="383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2">
            <a:extLst>
              <a:ext uri="{FF2B5EF4-FFF2-40B4-BE49-F238E27FC236}">
                <a16:creationId xmlns:a16="http://schemas.microsoft.com/office/drawing/2014/main" id="{6FC89DD8-8BD3-308F-B4B3-E7F913488A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3134784"/>
            <a:ext cx="10227733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557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9">
            <a:extLst>
              <a:ext uri="{FF2B5EF4-FFF2-40B4-BE49-F238E27FC236}">
                <a16:creationId xmlns:a16="http://schemas.microsoft.com/office/drawing/2014/main" id="{C043CC49-FC98-4DF4-ED61-B909605B4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defTabSz="457189"/>
            <a:r>
              <a:rPr lang="en-US" altLang="en-US">
                <a:solidFill>
                  <a:srgbClr val="44546A"/>
                </a:solidFill>
              </a:rPr>
              <a:t>V2b – Oh the Blood</a:t>
            </a:r>
          </a:p>
        </p:txBody>
      </p:sp>
      <p:pic>
        <p:nvPicPr>
          <p:cNvPr id="18435" name="Picture 3">
            <a:extLst>
              <a:ext uri="{FF2B5EF4-FFF2-40B4-BE49-F238E27FC236}">
                <a16:creationId xmlns:a16="http://schemas.microsoft.com/office/drawing/2014/main" id="{40896010-588A-FF4C-0A5C-649F51EFB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3134784"/>
            <a:ext cx="10227733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4">
            <a:extLst>
              <a:ext uri="{FF2B5EF4-FFF2-40B4-BE49-F238E27FC236}">
                <a16:creationId xmlns:a16="http://schemas.microsoft.com/office/drawing/2014/main" id="{A836DC3D-620E-D6C1-1731-2E70D7A092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-129117"/>
            <a:ext cx="10227733" cy="383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7602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9">
            <a:extLst>
              <a:ext uri="{FF2B5EF4-FFF2-40B4-BE49-F238E27FC236}">
                <a16:creationId xmlns:a16="http://schemas.microsoft.com/office/drawing/2014/main" id="{57D88DA8-54FF-6F28-90F7-4A310555B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defTabSz="457189"/>
            <a:r>
              <a:rPr lang="en-US" altLang="en-US">
                <a:solidFill>
                  <a:srgbClr val="44546A"/>
                </a:solidFill>
              </a:rPr>
              <a:t>C2a – Oh the Blood</a:t>
            </a:r>
          </a:p>
        </p:txBody>
      </p:sp>
      <p:pic>
        <p:nvPicPr>
          <p:cNvPr id="19459" name="Picture 2">
            <a:extLst>
              <a:ext uri="{FF2B5EF4-FFF2-40B4-BE49-F238E27FC236}">
                <a16:creationId xmlns:a16="http://schemas.microsoft.com/office/drawing/2014/main" id="{8FA4ADE5-4EDF-D4EC-FF1C-B183B1CF6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-129117"/>
            <a:ext cx="10227733" cy="383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7">
            <a:extLst>
              <a:ext uri="{FF2B5EF4-FFF2-40B4-BE49-F238E27FC236}">
                <a16:creationId xmlns:a16="http://schemas.microsoft.com/office/drawing/2014/main" id="{CDE4F484-46DA-0B8E-F15E-BB90E3FE0A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3134784"/>
            <a:ext cx="10227733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3898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9">
            <a:extLst>
              <a:ext uri="{FF2B5EF4-FFF2-40B4-BE49-F238E27FC236}">
                <a16:creationId xmlns:a16="http://schemas.microsoft.com/office/drawing/2014/main" id="{37F4A5AB-B787-2C76-C82C-DEF0B55B3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defTabSz="457189"/>
            <a:r>
              <a:rPr lang="en-US" altLang="en-US">
                <a:solidFill>
                  <a:srgbClr val="44546A"/>
                </a:solidFill>
              </a:rPr>
              <a:t>C2b – Oh the Blood</a:t>
            </a:r>
          </a:p>
        </p:txBody>
      </p:sp>
      <p:pic>
        <p:nvPicPr>
          <p:cNvPr id="20483" name="Picture 1">
            <a:extLst>
              <a:ext uri="{FF2B5EF4-FFF2-40B4-BE49-F238E27FC236}">
                <a16:creationId xmlns:a16="http://schemas.microsoft.com/office/drawing/2014/main" id="{FB1CD200-51B4-A310-4EEB-A68CB686D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3130551"/>
            <a:ext cx="10227733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2">
            <a:extLst>
              <a:ext uri="{FF2B5EF4-FFF2-40B4-BE49-F238E27FC236}">
                <a16:creationId xmlns:a16="http://schemas.microsoft.com/office/drawing/2014/main" id="{7EFE61CB-EB3E-4D8D-F437-2B42FA36B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-129117"/>
            <a:ext cx="10227733" cy="383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414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9">
            <a:extLst>
              <a:ext uri="{FF2B5EF4-FFF2-40B4-BE49-F238E27FC236}">
                <a16:creationId xmlns:a16="http://schemas.microsoft.com/office/drawing/2014/main" id="{0DD0687C-CBFA-0516-A658-62AB2424E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defTabSz="457189"/>
            <a:r>
              <a:rPr lang="en-US" altLang="en-US">
                <a:solidFill>
                  <a:srgbClr val="44546A"/>
                </a:solidFill>
              </a:rPr>
              <a:t>V3a – Oh the Blood</a:t>
            </a:r>
          </a:p>
        </p:txBody>
      </p:sp>
      <p:pic>
        <p:nvPicPr>
          <p:cNvPr id="21507" name="Picture 1">
            <a:extLst>
              <a:ext uri="{FF2B5EF4-FFF2-40B4-BE49-F238E27FC236}">
                <a16:creationId xmlns:a16="http://schemas.microsoft.com/office/drawing/2014/main" id="{F796A7BE-D5F1-90E5-0ACF-0BD2C3191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-129117"/>
            <a:ext cx="10227733" cy="383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2">
            <a:extLst>
              <a:ext uri="{FF2B5EF4-FFF2-40B4-BE49-F238E27FC236}">
                <a16:creationId xmlns:a16="http://schemas.microsoft.com/office/drawing/2014/main" id="{186DC235-5482-8633-E296-7C39425D56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3134784"/>
            <a:ext cx="10227733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5378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9">
            <a:extLst>
              <a:ext uri="{FF2B5EF4-FFF2-40B4-BE49-F238E27FC236}">
                <a16:creationId xmlns:a16="http://schemas.microsoft.com/office/drawing/2014/main" id="{399C525C-5AC4-74A0-8DE9-48ED5F7AA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defTabSz="457189"/>
            <a:r>
              <a:rPr lang="en-US" altLang="en-US">
                <a:solidFill>
                  <a:srgbClr val="44546A"/>
                </a:solidFill>
              </a:rPr>
              <a:t>V3b – Oh the Blood</a:t>
            </a:r>
          </a:p>
        </p:txBody>
      </p:sp>
      <p:pic>
        <p:nvPicPr>
          <p:cNvPr id="22531" name="Picture 3">
            <a:extLst>
              <a:ext uri="{FF2B5EF4-FFF2-40B4-BE49-F238E27FC236}">
                <a16:creationId xmlns:a16="http://schemas.microsoft.com/office/drawing/2014/main" id="{557E3E57-12E2-F7D7-2477-78003FA30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3130551"/>
            <a:ext cx="10227733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4">
            <a:extLst>
              <a:ext uri="{FF2B5EF4-FFF2-40B4-BE49-F238E27FC236}">
                <a16:creationId xmlns:a16="http://schemas.microsoft.com/office/drawing/2014/main" id="{E87D8B23-CCFB-26A3-00AA-CD0CCDF93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-131233"/>
            <a:ext cx="10227733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4217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9">
            <a:extLst>
              <a:ext uri="{FF2B5EF4-FFF2-40B4-BE49-F238E27FC236}">
                <a16:creationId xmlns:a16="http://schemas.microsoft.com/office/drawing/2014/main" id="{4A2186BD-E270-B99A-B6EA-4756179F4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defTabSz="457189"/>
            <a:r>
              <a:rPr lang="en-US" altLang="en-US">
                <a:solidFill>
                  <a:srgbClr val="44546A"/>
                </a:solidFill>
              </a:rPr>
              <a:t>C3a – Oh the Blood</a:t>
            </a:r>
          </a:p>
        </p:txBody>
      </p:sp>
      <p:pic>
        <p:nvPicPr>
          <p:cNvPr id="23555" name="Picture 2">
            <a:extLst>
              <a:ext uri="{FF2B5EF4-FFF2-40B4-BE49-F238E27FC236}">
                <a16:creationId xmlns:a16="http://schemas.microsoft.com/office/drawing/2014/main" id="{0025B282-0A32-FA9E-1CBE-7A7C01FE91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-129117"/>
            <a:ext cx="10227733" cy="383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7">
            <a:extLst>
              <a:ext uri="{FF2B5EF4-FFF2-40B4-BE49-F238E27FC236}">
                <a16:creationId xmlns:a16="http://schemas.microsoft.com/office/drawing/2014/main" id="{C38CA51B-653B-6A65-E4D2-F2CABD3FF9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3134784"/>
            <a:ext cx="10227733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4784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9">
            <a:extLst>
              <a:ext uri="{FF2B5EF4-FFF2-40B4-BE49-F238E27FC236}">
                <a16:creationId xmlns:a16="http://schemas.microsoft.com/office/drawing/2014/main" id="{EEE491DE-0057-DF2F-AA1E-434B0AF11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defTabSz="457189"/>
            <a:r>
              <a:rPr lang="en-US" altLang="en-US">
                <a:solidFill>
                  <a:srgbClr val="44546A"/>
                </a:solidFill>
              </a:rPr>
              <a:t>C3b – Oh the Blood</a:t>
            </a:r>
          </a:p>
        </p:txBody>
      </p:sp>
      <p:pic>
        <p:nvPicPr>
          <p:cNvPr id="24579" name="Picture 1" descr="c3b bottom.eps">
            <a:extLst>
              <a:ext uri="{FF2B5EF4-FFF2-40B4-BE49-F238E27FC236}">
                <a16:creationId xmlns:a16="http://schemas.microsoft.com/office/drawing/2014/main" id="{D4B1DE97-CBE7-B6E7-56A1-A3062CA52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3134784"/>
            <a:ext cx="10227733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2">
            <a:extLst>
              <a:ext uri="{FF2B5EF4-FFF2-40B4-BE49-F238E27FC236}">
                <a16:creationId xmlns:a16="http://schemas.microsoft.com/office/drawing/2014/main" id="{98893DBE-1B94-9F9C-7F47-9F03648F76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-129117"/>
            <a:ext cx="10227733" cy="383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570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9">
            <a:extLst>
              <a:ext uri="{FF2B5EF4-FFF2-40B4-BE49-F238E27FC236}">
                <a16:creationId xmlns:a16="http://schemas.microsoft.com/office/drawing/2014/main" id="{E36AADB7-8C68-C519-92A0-A21946C7A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defTabSz="457189"/>
            <a:r>
              <a:rPr lang="en-US" altLang="en-US">
                <a:solidFill>
                  <a:srgbClr val="44546A"/>
                </a:solidFill>
              </a:rPr>
              <a:t>C3c – Oh the Blood</a:t>
            </a:r>
          </a:p>
        </p:txBody>
      </p:sp>
      <p:pic>
        <p:nvPicPr>
          <p:cNvPr id="25603" name="Picture 1">
            <a:extLst>
              <a:ext uri="{FF2B5EF4-FFF2-40B4-BE49-F238E27FC236}">
                <a16:creationId xmlns:a16="http://schemas.microsoft.com/office/drawing/2014/main" id="{24F283E2-BB63-8068-EB3B-E797976B6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-129117"/>
            <a:ext cx="10227733" cy="383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2">
            <a:extLst>
              <a:ext uri="{FF2B5EF4-FFF2-40B4-BE49-F238E27FC236}">
                <a16:creationId xmlns:a16="http://schemas.microsoft.com/office/drawing/2014/main" id="{F3F86143-96E8-C614-22D2-E92E391EEE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5" y="3134784"/>
            <a:ext cx="10227733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E4DB57-58DD-C01C-121D-1DF9C8D31666}"/>
              </a:ext>
            </a:extLst>
          </p:cNvPr>
          <p:cNvSpPr txBox="1"/>
          <p:nvPr/>
        </p:nvSpPr>
        <p:spPr>
          <a:xfrm>
            <a:off x="10427360" y="6408873"/>
            <a:ext cx="1727200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9"/>
            <a:r>
              <a:rPr lang="en-US" sz="1867" b="1" dirty="0">
                <a:solidFill>
                  <a:prstClr val="black"/>
                </a:solidFill>
                <a:latin typeface="Calibri" panose="020F0502020204030204"/>
                <a:ea typeface="MS PGothic" panose="020B0600070205080204" pitchFamily="34" charset="-128"/>
              </a:rPr>
              <a:t>End of Song</a:t>
            </a:r>
          </a:p>
        </p:txBody>
      </p:sp>
    </p:spTree>
    <p:extLst>
      <p:ext uri="{BB962C8B-B14F-4D97-AF65-F5344CB8AC3E}">
        <p14:creationId xmlns:p14="http://schemas.microsoft.com/office/powerpoint/2010/main" val="539515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stleberry_logo_banner_500x125.png">
            <a:extLst>
              <a:ext uri="{FF2B5EF4-FFF2-40B4-BE49-F238E27FC236}">
                <a16:creationId xmlns:a16="http://schemas.microsoft.com/office/drawing/2014/main" id="{096F0993-F381-BDD0-142A-F8F84ED45C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0" t="18000" r="82000" b="18000"/>
          <a:stretch>
            <a:fillRect/>
          </a:stretch>
        </p:blipFill>
        <p:spPr>
          <a:xfrm>
            <a:off x="3200400" y="685800"/>
            <a:ext cx="5410200" cy="5410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6216110-345F-0F6F-4426-EAEDE1BEFECF}"/>
              </a:ext>
            </a:extLst>
          </p:cNvPr>
          <p:cNvSpPr/>
          <p:nvPr/>
        </p:nvSpPr>
        <p:spPr>
          <a:xfrm>
            <a:off x="2781300" y="990600"/>
            <a:ext cx="6629400" cy="5257800"/>
          </a:xfrm>
          <a:prstGeom prst="rect">
            <a:avLst/>
          </a:prstGeom>
          <a:solidFill>
            <a:schemeClr val="tx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1944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C61717-6D8E-E9C2-D2BB-03B6A932D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C342BF-3EBD-C3EB-0271-BD80D5BC121B}"/>
              </a:ext>
            </a:extLst>
          </p:cNvPr>
          <p:cNvSpPr txBox="1"/>
          <p:nvPr/>
        </p:nvSpPr>
        <p:spPr>
          <a:xfrm>
            <a:off x="0" y="2921169"/>
            <a:ext cx="12192000" cy="101566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1 Corinthians 11: 23-28</a:t>
            </a:r>
          </a:p>
        </p:txBody>
      </p:sp>
    </p:spTree>
    <p:extLst>
      <p:ext uri="{BB962C8B-B14F-4D97-AF65-F5344CB8AC3E}">
        <p14:creationId xmlns:p14="http://schemas.microsoft.com/office/powerpoint/2010/main" val="140520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A6EEE9-EE1B-5620-BC13-9D4E9555C7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51" b="5995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3087CD5-44B8-41E2-4102-3B696644431B}"/>
              </a:ext>
            </a:extLst>
          </p:cNvPr>
          <p:cNvGrpSpPr/>
          <p:nvPr/>
        </p:nvGrpSpPr>
        <p:grpSpPr>
          <a:xfrm>
            <a:off x="-3049" y="2357966"/>
            <a:ext cx="12193525" cy="2142067"/>
            <a:chOff x="-3049" y="2357966"/>
            <a:chExt cx="12193525" cy="214206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294389B-D91A-B824-72EC-6B8914DD5FF1}"/>
                </a:ext>
              </a:extLst>
            </p:cNvPr>
            <p:cNvSpPr/>
            <p:nvPr/>
          </p:nvSpPr>
          <p:spPr>
            <a:xfrm>
              <a:off x="-1524" y="2357966"/>
              <a:ext cx="12192000" cy="2142067"/>
            </a:xfrm>
            <a:prstGeom prst="rect">
              <a:avLst/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259D762-D6CF-BDF5-FD3D-33EDFD4882F3}"/>
                </a:ext>
              </a:extLst>
            </p:cNvPr>
            <p:cNvSpPr txBox="1"/>
            <p:nvPr/>
          </p:nvSpPr>
          <p:spPr>
            <a:xfrm>
              <a:off x="-3049" y="2550067"/>
              <a:ext cx="12188952" cy="18774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Condensed ExtBd" panose="020B0806020204030204" pitchFamily="34" charset="0"/>
                  <a:ea typeface="+mn-ea"/>
                  <a:cs typeface="+mn-cs"/>
                </a:rPr>
                <a:t>“Do this in remembrance of me.”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Condensed" panose="020B0506020204030204" pitchFamily="34" charset="0"/>
                  <a:ea typeface="+mn-ea"/>
                  <a:cs typeface="+mn-cs"/>
                </a:rPr>
                <a:t>(</a:t>
              </a:r>
              <a:r>
                <a:rPr kumimoji="0" lang="en-US" sz="5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Condensed" panose="020B0506020204030204" pitchFamily="34" charset="0"/>
                  <a:ea typeface="+mn-ea"/>
                  <a:cs typeface="+mn-cs"/>
                </a:rPr>
                <a:t>Luke 22:19</a:t>
              </a:r>
              <a:r>
                <a:rPr kumimoji="0" lang="en-US" sz="5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Condensed" panose="020B0506020204030204" pitchFamily="34" charset="0"/>
                  <a:ea typeface="+mn-ea"/>
                  <a:cs typeface="+mn-cs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516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98AE5-E1F2-AB59-F6E1-C02762B74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1B14AB-37E6-4BD0-5ADD-C7CF5CB477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796"/>
          <a:stretch/>
        </p:blipFill>
        <p:spPr>
          <a:xfrm>
            <a:off x="0" y="0"/>
            <a:ext cx="7333904" cy="6857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832319-00D6-D40A-45DC-A213B0392D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204"/>
          <a:stretch/>
        </p:blipFill>
        <p:spPr>
          <a:xfrm flipH="1">
            <a:off x="7333904" y="1"/>
            <a:ext cx="1810096" cy="6857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01930A-6EE4-B78A-0588-0C83DC54E6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204"/>
          <a:stretch/>
        </p:blipFill>
        <p:spPr>
          <a:xfrm>
            <a:off x="9144000" y="1"/>
            <a:ext cx="1810096" cy="68579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E9930F-956C-B8CF-5AFC-B1D0DEF51B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461"/>
          <a:stretch/>
        </p:blipFill>
        <p:spPr>
          <a:xfrm flipH="1">
            <a:off x="10954096" y="-1"/>
            <a:ext cx="1237904" cy="68579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C137D3-952C-1F10-3202-66729EBDB496}"/>
              </a:ext>
            </a:extLst>
          </p:cNvPr>
          <p:cNvSpPr txBox="1"/>
          <p:nvPr/>
        </p:nvSpPr>
        <p:spPr>
          <a:xfrm>
            <a:off x="0" y="182361"/>
            <a:ext cx="121920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0" i="0" u="none" strike="noStrike" kern="1200" cap="none" spc="0" normalizeH="0" baseline="0" noProof="0" dirty="0">
                <a:ln>
                  <a:noFill/>
                </a:ln>
                <a:solidFill>
                  <a:srgbClr val="F6E3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utura Std Condensed ExtBd" panose="020B0806020204030204" pitchFamily="34" charset="0"/>
                <a:ea typeface="+mn-ea"/>
                <a:cs typeface="+mn-cs"/>
              </a:rPr>
              <a:t>G</a:t>
            </a:r>
            <a:r>
              <a:rPr kumimoji="0" lang="en-US" sz="11500" b="0" i="0" u="none" strike="noStrike" kern="1200" cap="small" spc="0" normalizeH="0" baseline="0" noProof="0" dirty="0">
                <a:ln>
                  <a:noFill/>
                </a:ln>
                <a:solidFill>
                  <a:srgbClr val="F6E3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utura Std Condensed ExtBd" panose="020B0806020204030204" pitchFamily="34" charset="0"/>
                <a:ea typeface="+mn-ea"/>
                <a:cs typeface="+mn-cs"/>
              </a:rPr>
              <a:t>iving</a:t>
            </a:r>
            <a:endParaRPr kumimoji="0" lang="en-US" sz="8000" b="0" i="0" u="none" strike="noStrike" kern="1200" cap="small" spc="0" normalizeH="0" baseline="0" noProof="0" dirty="0">
              <a:ln>
                <a:noFill/>
              </a:ln>
              <a:solidFill>
                <a:srgbClr val="F6E3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utura Std Condensed ExtBd" panose="020B080602020403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9483F4-8ACF-0B58-FEDA-40E799C619E6}"/>
              </a:ext>
            </a:extLst>
          </p:cNvPr>
          <p:cNvSpPr txBox="1"/>
          <p:nvPr/>
        </p:nvSpPr>
        <p:spPr>
          <a:xfrm>
            <a:off x="0" y="171745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F6E3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utura Std Condensed ExtBd" panose="020B0806020204030204" pitchFamily="34" charset="0"/>
                <a:ea typeface="+mn-ea"/>
                <a:cs typeface="+mn-cs"/>
              </a:rPr>
              <a:t>Back to the Lord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F6E3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utura Std Condensed ExtBd" panose="020B0806020204030204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32622D-B4A9-C9C1-621B-C85C57E24BC9}"/>
              </a:ext>
            </a:extLst>
          </p:cNvPr>
          <p:cNvSpPr txBox="1"/>
          <p:nvPr/>
        </p:nvSpPr>
        <p:spPr>
          <a:xfrm>
            <a:off x="4724400" y="2931902"/>
            <a:ext cx="7467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F6E3C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6E3C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Each one must give as he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6E3C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6E3C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has decided in his heart, not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6E3C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6E3C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reluctantly or under compulsion,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6E3C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6E3C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 God loves a cheerful giver.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6E3C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 Corinthians 9:7)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79A66F-003C-7DB0-FEEC-A8367F54DFB9}"/>
              </a:ext>
            </a:extLst>
          </p:cNvPr>
          <p:cNvSpPr txBox="1"/>
          <p:nvPr/>
        </p:nvSpPr>
        <p:spPr>
          <a:xfrm>
            <a:off x="5229507" y="6257834"/>
            <a:ext cx="58294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6E3C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 we have the basket in the back of the auditorium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CD6DB21-4A46-8F62-FC88-E78D95B7BE14}"/>
              </a:ext>
            </a:extLst>
          </p:cNvPr>
          <p:cNvSpPr/>
          <p:nvPr/>
        </p:nvSpPr>
        <p:spPr>
          <a:xfrm>
            <a:off x="4840936" y="5383454"/>
            <a:ext cx="772265" cy="705936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A24C0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18BE6C9-4FDB-2BB3-11D2-353E75D295C4}"/>
              </a:ext>
            </a:extLst>
          </p:cNvPr>
          <p:cNvSpPr/>
          <p:nvPr/>
        </p:nvSpPr>
        <p:spPr>
          <a:xfrm>
            <a:off x="6748947" y="5404601"/>
            <a:ext cx="772265" cy="705936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A24C0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7DCFA60-C154-2F99-B4FB-7259E2A9E9BB}"/>
              </a:ext>
            </a:extLst>
          </p:cNvPr>
          <p:cNvSpPr/>
          <p:nvPr/>
        </p:nvSpPr>
        <p:spPr>
          <a:xfrm>
            <a:off x="8656958" y="5404601"/>
            <a:ext cx="772265" cy="705936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A24C0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2B3980F-31C5-8084-E0A6-CDCC9F84C63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681" t="18469" r="6371" b="18587"/>
          <a:stretch/>
        </p:blipFill>
        <p:spPr>
          <a:xfrm>
            <a:off x="10563954" y="5404601"/>
            <a:ext cx="990050" cy="70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979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596 - His Grace Reaches Me - Title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2387785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596 - His Grace Reaches Me - 1.1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7629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596 - His Grace Reaches Me - 1.2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167240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596 - His Grace Reaches Me - 1.3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1049151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596 - His Grace Reaches Me - C.1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514733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596 - His Grace Reaches Me - C.2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253293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596 - His Grace Reaches Me - C.3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End of Verse 1</a:t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23646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596 - His Grace Reaches Me - 2.1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333416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596 - His Grace Reaches Me - 2.2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428456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596 - His Grace Reaches Me - 2.3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366259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596 - His Grace Reaches Me - C.1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1357257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596 - His Grace Reaches Me - C.2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3626900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596 - His Grace Reaches Me - C.3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End of Song</a:t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2788624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038890-5F83-4FB6-CFC2-BC9980393B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0" t="18000" r="82000" b="18000"/>
          <a:stretch>
            <a:fillRect/>
          </a:stretch>
        </p:blipFill>
        <p:spPr>
          <a:xfrm>
            <a:off x="3200400" y="685800"/>
            <a:ext cx="5410200" cy="5410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77EA701-B1B9-B7B8-EA17-2ADA9A254189}"/>
              </a:ext>
            </a:extLst>
          </p:cNvPr>
          <p:cNvSpPr/>
          <p:nvPr/>
        </p:nvSpPr>
        <p:spPr>
          <a:xfrm>
            <a:off x="2781300" y="914400"/>
            <a:ext cx="6629400" cy="5257800"/>
          </a:xfrm>
          <a:prstGeom prst="rect">
            <a:avLst/>
          </a:prstGeom>
          <a:solidFill>
            <a:schemeClr val="tx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1407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D356BD-5652-906A-E695-45402A1F5F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0" t="18000" r="82000" b="18000"/>
          <a:stretch>
            <a:fillRect/>
          </a:stretch>
        </p:blipFill>
        <p:spPr>
          <a:xfrm>
            <a:off x="3200400" y="685800"/>
            <a:ext cx="5410200" cy="5410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0142FF-A7CF-6D91-08A1-D74D306538ED}"/>
              </a:ext>
            </a:extLst>
          </p:cNvPr>
          <p:cNvSpPr/>
          <p:nvPr/>
        </p:nvSpPr>
        <p:spPr>
          <a:xfrm>
            <a:off x="2781300" y="914400"/>
            <a:ext cx="6629400" cy="5257800"/>
          </a:xfrm>
          <a:prstGeom prst="rect">
            <a:avLst/>
          </a:prstGeom>
          <a:solidFill>
            <a:schemeClr val="tx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8492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603 - Burdens Are Lifted At Calvary - 1.1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6399925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2143905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603 - Burdens Are Lifted At Calvary - 1.2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4095123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603 - Burdens Are Lifted At Calvary - C.1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3665798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603 - Burdens Are Lifted At Calvary - C.2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End of Verse 1</a:t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2472044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603 - Burdens Are Lifted At Calvary - 2.1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334454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603 - Burdens Are Lifted At Calvary - 2.2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560652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603 - Burdens Are Lifted At Calvary - C.1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3892444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603 - Burdens Are Lifted At Calvary - C.2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End of Verse 2</a:t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18985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603 - Burdens Are Lifted At Calvary - 3.1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3907654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603 - Burdens Are Lifted At Calvary - 3.2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744918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603 - Burdens Are Lifted At Calvary - C.1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2641249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603 - Burdens Are Lifted At Calvary - C.2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End of Song</a:t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2890529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A02E8-9AB4-00E5-86E9-E2EC9CB32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7C84ED-C528-4AD8-5BA5-520C0FF009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0" t="18000" r="82000" b="18000"/>
          <a:stretch>
            <a:fillRect/>
          </a:stretch>
        </p:blipFill>
        <p:spPr>
          <a:xfrm>
            <a:off x="3200400" y="685800"/>
            <a:ext cx="5410200" cy="5410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22E11D4-E41B-7D68-26C6-2ADF47AEFC27}"/>
              </a:ext>
            </a:extLst>
          </p:cNvPr>
          <p:cNvSpPr/>
          <p:nvPr/>
        </p:nvSpPr>
        <p:spPr>
          <a:xfrm>
            <a:off x="2781300" y="914400"/>
            <a:ext cx="6629400" cy="5257800"/>
          </a:xfrm>
          <a:prstGeom prst="rect">
            <a:avLst/>
          </a:prstGeom>
          <a:solidFill>
            <a:schemeClr val="tx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879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701 - Walk Beside Me - Title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362037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701 - Walk Beside Me - 1.1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319520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701 - Walk Beside Me - 1.2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11498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701 - Walk Beside Me - 1.3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301574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701 - Walk Beside Me - 1.4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3320190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701 - Walk Beside Me - C.1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3400779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701 - Walk Beside Me - C.2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End of Verse 1</a:t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1442062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701 - Walk Beside Me - 2.1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3069559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701 - Walk Beside Me - 2.2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3160546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701 - Walk Beside Me - 2.3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278848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701 - Walk Beside Me - 2.4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208259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701 - Walk Beside Me - C.1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701139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701 - Walk Beside Me - C.2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End of Verse 2</a:t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21698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701 - Walk Beside Me - 3.1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2308672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701 - Walk Beside Me - 3.2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4055857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701 - Walk Beside Me - 3.3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781122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701 - Walk Beside Me - 3.4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2114476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701 - Walk Beside Me - C.1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196841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701 - Walk Beside Me - C.2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126756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701 - Walk Beside Me - D.1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2131580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701 - Walk Beside Me - D.2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End of Song</a:t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25146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white"/>
                </a:solidFill>
                <a:latin typeface="Calibri"/>
              </a:rPr>
              <a:t>CCLI #21593236</a:t>
            </a:r>
          </a:p>
        </p:txBody>
      </p:sp>
    </p:spTree>
    <p:extLst>
      <p:ext uri="{BB962C8B-B14F-4D97-AF65-F5344CB8AC3E}">
        <p14:creationId xmlns:p14="http://schemas.microsoft.com/office/powerpoint/2010/main" val="2836017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hands folded in prayer&#10;&#10;AI-generated content may be incorrect.">
            <a:extLst>
              <a:ext uri="{FF2B5EF4-FFF2-40B4-BE49-F238E27FC236}">
                <a16:creationId xmlns:a16="http://schemas.microsoft.com/office/drawing/2014/main" id="{B7106A53-2C5E-4BAF-E750-92D810D658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D26C3C-AE4E-1FDA-9744-E68F98970FF4}"/>
              </a:ext>
            </a:extLst>
          </p:cNvPr>
          <p:cNvSpPr txBox="1"/>
          <p:nvPr/>
        </p:nvSpPr>
        <p:spPr>
          <a:xfrm>
            <a:off x="0" y="496888"/>
            <a:ext cx="7073412" cy="2215991"/>
          </a:xfrm>
          <a:prstGeom prst="rect">
            <a:avLst/>
          </a:prstGeom>
          <a:noFill/>
          <a:effectLst>
            <a:glow rad="127000">
              <a:srgbClr val="916A48"/>
            </a:glow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 dirty="0">
                <a:ln>
                  <a:noFill/>
                </a:ln>
                <a:solidFill>
                  <a:srgbClr val="5C3E22"/>
                </a:solidFill>
                <a:effectLst>
                  <a:glow rad="38100">
                    <a:srgbClr val="E2CBB6">
                      <a:alpha val="39000"/>
                    </a:srgbClr>
                  </a:glow>
                </a:effectLst>
                <a:uLnTx/>
                <a:uFillTx/>
                <a:latin typeface="Sylfaen" panose="010A0502050306030303" pitchFamily="18" charset="0"/>
                <a:ea typeface="+mn-ea"/>
                <a:cs typeface="Aharoni" panose="02010803020104030203" pitchFamily="2" charset="-79"/>
              </a:rPr>
              <a:t>Prayer</a:t>
            </a:r>
            <a:endParaRPr kumimoji="0" lang="en-US" sz="19900" b="1" i="0" u="none" strike="noStrike" kern="1200" cap="none" spc="0" normalizeH="0" baseline="0" noProof="0" dirty="0">
              <a:ln>
                <a:noFill/>
              </a:ln>
              <a:solidFill>
                <a:srgbClr val="5C3E22"/>
              </a:solidFill>
              <a:effectLst>
                <a:glow rad="38100">
                  <a:srgbClr val="E2CBB6">
                    <a:alpha val="39000"/>
                  </a:srgbClr>
                </a:glow>
              </a:effectLst>
              <a:uLnTx/>
              <a:uFillTx/>
              <a:latin typeface="Sylfaen" panose="010A0502050306030303" pitchFamily="18" charset="0"/>
              <a:ea typeface="+mn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63356057"/>
      </p:ext>
    </p:extLst>
  </p:cSld>
  <p:clrMapOvr>
    <a:masterClrMapping/>
  </p:clrMapOvr>
  <p:transition spd="slow">
    <p:fade thruBlk="1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547CCC-529F-121F-0DA2-54E7158D4D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0" t="18000" r="82000" b="18000"/>
          <a:stretch>
            <a:fillRect/>
          </a:stretch>
        </p:blipFill>
        <p:spPr>
          <a:xfrm>
            <a:off x="3200400" y="685800"/>
            <a:ext cx="5410200" cy="5410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E1B329-AEC0-6168-2F0F-071FC6DB7ADF}"/>
              </a:ext>
            </a:extLst>
          </p:cNvPr>
          <p:cNvSpPr/>
          <p:nvPr/>
        </p:nvSpPr>
        <p:spPr>
          <a:xfrm>
            <a:off x="2781300" y="914400"/>
            <a:ext cx="6629400" cy="5257800"/>
          </a:xfrm>
          <a:prstGeom prst="rect">
            <a:avLst/>
          </a:prstGeom>
          <a:solidFill>
            <a:schemeClr val="tx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1173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eme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CC8ABD6C-7D0D-45DF-8D5B-E10E5B45BBBF}" vid="{F83100DB-2A15-48D5-B8B5-7A7D2D90B0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2991</TotalTime>
  <Words>1076</Words>
  <Application>Microsoft Office PowerPoint</Application>
  <PresentationFormat>Widescreen</PresentationFormat>
  <Paragraphs>290</Paragraphs>
  <Slides>86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86</vt:i4>
      </vt:variant>
    </vt:vector>
  </HeadingPairs>
  <TitlesOfParts>
    <vt:vector size="103" baseType="lpstr">
      <vt:lpstr>Agnes</vt:lpstr>
      <vt:lpstr>Aharoni</vt:lpstr>
      <vt:lpstr>Aptos</vt:lpstr>
      <vt:lpstr>Arial</vt:lpstr>
      <vt:lpstr>Calibri</vt:lpstr>
      <vt:lpstr>Calibri Light</vt:lpstr>
      <vt:lpstr>Century Gothic</vt:lpstr>
      <vt:lpstr>Cronos Pro</vt:lpstr>
      <vt:lpstr>Futura Std Condensed</vt:lpstr>
      <vt:lpstr>Futura Std Condensed ExtBd</vt:lpstr>
      <vt:lpstr>Sylfaen</vt:lpstr>
      <vt:lpstr>Times New Roman</vt:lpstr>
      <vt:lpstr>Verdana</vt:lpstr>
      <vt:lpstr>Theme1</vt:lpstr>
      <vt:lpstr>Office Theme</vt:lpstr>
      <vt:lpstr>Office 2013 - 2022 Theme</vt:lpstr>
      <vt:lpstr>1_Office Theme</vt:lpstr>
      <vt:lpstr>PowerPoint Presentation</vt:lpstr>
      <vt:lpstr>PowerPoint Presentation</vt:lpstr>
      <vt:lpstr>PowerPoint Presentation</vt:lpstr>
      <vt:lpstr>073 - Sweet Hour Of Prayer - Title</vt:lpstr>
      <vt:lpstr>073 - Sweet Hour Of Prayer - 1.1</vt:lpstr>
      <vt:lpstr>073 - Sweet Hour Of Prayer - 1.2</vt:lpstr>
      <vt:lpstr>073 - Sweet Hour Of Prayer - 1.3</vt:lpstr>
      <vt:lpstr>073 - Sweet Hour Of Prayer - 1.4</vt:lpstr>
      <vt:lpstr>073 - Sweet Hour Of Prayer - 2.1</vt:lpstr>
      <vt:lpstr>073 - Sweet Hour Of Prayer - 2.2</vt:lpstr>
      <vt:lpstr>073 - Sweet Hour Of Prayer - 2.3</vt:lpstr>
      <vt:lpstr>073 - Sweet Hour Of Prayer - 2.4</vt:lpstr>
      <vt:lpstr>073 - Sweet Hour Of Prayer - 3.1</vt:lpstr>
      <vt:lpstr>073 - Sweet Hour Of Prayer - 3.2</vt:lpstr>
      <vt:lpstr>073 - Sweet Hour Of Prayer - 3.3</vt:lpstr>
      <vt:lpstr>073 - Sweet Hour Of Prayer - 3.4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596 - His Grace Reaches Me - Title</vt:lpstr>
      <vt:lpstr>596 - His Grace Reaches Me - 1.1</vt:lpstr>
      <vt:lpstr>596 - His Grace Reaches Me - 1.2</vt:lpstr>
      <vt:lpstr>596 - His Grace Reaches Me - 1.3</vt:lpstr>
      <vt:lpstr>596 - His Grace Reaches Me - C.1</vt:lpstr>
      <vt:lpstr>596 - His Grace Reaches Me - C.2</vt:lpstr>
      <vt:lpstr>596 - His Grace Reaches Me - C.3</vt:lpstr>
      <vt:lpstr>596 - His Grace Reaches Me - 2.1</vt:lpstr>
      <vt:lpstr>596 - His Grace Reaches Me - 2.2</vt:lpstr>
      <vt:lpstr>596 - His Grace Reaches Me - 2.3</vt:lpstr>
      <vt:lpstr>596 - His Grace Reaches Me - C.1</vt:lpstr>
      <vt:lpstr>596 - His Grace Reaches Me - C.2</vt:lpstr>
      <vt:lpstr>596 - His Grace Reaches Me - C.3</vt:lpstr>
      <vt:lpstr>PowerPoint Presentation</vt:lpstr>
      <vt:lpstr>PowerPoint Presentation</vt:lpstr>
      <vt:lpstr>603 - Burdens Are Lifted At Calvary - 1.1</vt:lpstr>
      <vt:lpstr>603 - Burdens Are Lifted At Calvary - 1.2</vt:lpstr>
      <vt:lpstr>603 - Burdens Are Lifted At Calvary - C.1</vt:lpstr>
      <vt:lpstr>603 - Burdens Are Lifted At Calvary - C.2</vt:lpstr>
      <vt:lpstr>603 - Burdens Are Lifted At Calvary - 2.1</vt:lpstr>
      <vt:lpstr>603 - Burdens Are Lifted At Calvary - 2.2</vt:lpstr>
      <vt:lpstr>603 - Burdens Are Lifted At Calvary - C.1</vt:lpstr>
      <vt:lpstr>603 - Burdens Are Lifted At Calvary - C.2</vt:lpstr>
      <vt:lpstr>603 - Burdens Are Lifted At Calvary - 3.1</vt:lpstr>
      <vt:lpstr>603 - Burdens Are Lifted At Calvary - 3.2</vt:lpstr>
      <vt:lpstr>603 - Burdens Are Lifted At Calvary - C.1</vt:lpstr>
      <vt:lpstr>603 - Burdens Are Lifted At Calvary - C.2</vt:lpstr>
      <vt:lpstr>PowerPoint Presentation</vt:lpstr>
      <vt:lpstr>701 - Walk Beside Me - Title</vt:lpstr>
      <vt:lpstr>701 - Walk Beside Me - 1.1</vt:lpstr>
      <vt:lpstr>701 - Walk Beside Me - 1.2</vt:lpstr>
      <vt:lpstr>701 - Walk Beside Me - 1.3</vt:lpstr>
      <vt:lpstr>701 - Walk Beside Me - 1.4</vt:lpstr>
      <vt:lpstr>701 - Walk Beside Me - C.1</vt:lpstr>
      <vt:lpstr>701 - Walk Beside Me - C.2</vt:lpstr>
      <vt:lpstr>701 - Walk Beside Me - 2.1</vt:lpstr>
      <vt:lpstr>701 - Walk Beside Me - 2.2</vt:lpstr>
      <vt:lpstr>701 - Walk Beside Me - 2.3</vt:lpstr>
      <vt:lpstr>701 - Walk Beside Me - 2.4</vt:lpstr>
      <vt:lpstr>701 - Walk Beside Me - C.1</vt:lpstr>
      <vt:lpstr>701 - Walk Beside Me - C.2</vt:lpstr>
      <vt:lpstr>701 - Walk Beside Me - 3.1</vt:lpstr>
      <vt:lpstr>701 - Walk Beside Me - 3.2</vt:lpstr>
      <vt:lpstr>701 - Walk Beside Me - 3.3</vt:lpstr>
      <vt:lpstr>701 - Walk Beside Me - 3.4</vt:lpstr>
      <vt:lpstr>701 - Walk Beside Me - C.1</vt:lpstr>
      <vt:lpstr>701 - Walk Beside Me - C.2</vt:lpstr>
      <vt:lpstr>701 - Walk Beside Me - D.1</vt:lpstr>
      <vt:lpstr>701 - Walk Beside Me - D.2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Parker Jennings</dc:creator>
  <cp:lastModifiedBy>Castleberry Church</cp:lastModifiedBy>
  <cp:revision>19</cp:revision>
  <dcterms:created xsi:type="dcterms:W3CDTF">2023-11-20T20:52:53Z</dcterms:created>
  <dcterms:modified xsi:type="dcterms:W3CDTF">2025-12-06T19:04:33Z</dcterms:modified>
</cp:coreProperties>
</file>